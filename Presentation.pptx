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0" r:id="rId7"/>
    <p:sldId id="263" r:id="rId8"/>
    <p:sldId id="264" r:id="rId9"/>
    <p:sldId id="265" r:id="rId10"/>
    <p:sldId id="266" r:id="rId11"/>
    <p:sldId id="267" r:id="rId12"/>
    <p:sldId id="270" r:id="rId13"/>
    <p:sldId id="268"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F6875-B7CB-4F92-AC46-B2AFDAE4A683}" v="1079" dt="2026-03-12T09:19:45.1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chammad Wildan Alkautsar" userId="360672ed2ee56274" providerId="LiveId" clId="{7C88E77C-5540-4285-929C-57217CA24F39}"/>
    <pc:docChg chg="undo redo custSel addSld delSld modSld sldOrd addSection delSection">
      <pc:chgData name="Muchammad Wildan Alkautsar" userId="360672ed2ee56274" providerId="LiveId" clId="{7C88E77C-5540-4285-929C-57217CA24F39}" dt="2026-03-12T09:20:07.927" v="4478" actId="27636"/>
      <pc:docMkLst>
        <pc:docMk/>
      </pc:docMkLst>
      <pc:sldChg chg="addSp delSp modSp new mod modClrScheme chgLayout">
        <pc:chgData name="Muchammad Wildan Alkautsar" userId="360672ed2ee56274" providerId="LiveId" clId="{7C88E77C-5540-4285-929C-57217CA24F39}" dt="2026-03-12T09:18:43.803" v="4452" actId="113"/>
        <pc:sldMkLst>
          <pc:docMk/>
          <pc:sldMk cId="3505873256" sldId="256"/>
        </pc:sldMkLst>
        <pc:spChg chg="add mod ord">
          <ac:chgData name="Muchammad Wildan Alkautsar" userId="360672ed2ee56274" providerId="LiveId" clId="{7C88E77C-5540-4285-929C-57217CA24F39}" dt="2026-03-11T00:19:39.898" v="1980" actId="700"/>
          <ac:spMkLst>
            <pc:docMk/>
            <pc:sldMk cId="3505873256" sldId="256"/>
            <ac:spMk id="2" creationId="{395192C2-123A-F3D4-CCCD-35CFFEF610C9}"/>
          </ac:spMkLst>
        </pc:spChg>
        <pc:spChg chg="add mod ord">
          <ac:chgData name="Muchammad Wildan Alkautsar" userId="360672ed2ee56274" providerId="LiveId" clId="{7C88E77C-5540-4285-929C-57217CA24F39}" dt="2026-03-12T09:18:43.803" v="4452" actId="113"/>
          <ac:spMkLst>
            <pc:docMk/>
            <pc:sldMk cId="3505873256" sldId="256"/>
            <ac:spMk id="5" creationId="{F74353FA-A4B1-DBF7-927C-C5B3E89FD19D}"/>
          </ac:spMkLst>
        </pc:spChg>
      </pc:sldChg>
      <pc:sldChg chg="addSp delSp modSp new mod modClrScheme chgLayout">
        <pc:chgData name="Muchammad Wildan Alkautsar" userId="360672ed2ee56274" providerId="LiveId" clId="{7C88E77C-5540-4285-929C-57217CA24F39}" dt="2026-03-12T09:18:46.302" v="4453" actId="113"/>
        <pc:sldMkLst>
          <pc:docMk/>
          <pc:sldMk cId="1598867806" sldId="257"/>
        </pc:sldMkLst>
        <pc:spChg chg="add mod ord">
          <ac:chgData name="Muchammad Wildan Alkautsar" userId="360672ed2ee56274" providerId="LiveId" clId="{7C88E77C-5540-4285-929C-57217CA24F39}" dt="2026-03-12T09:18:46.302" v="4453" actId="113"/>
          <ac:spMkLst>
            <pc:docMk/>
            <pc:sldMk cId="1598867806" sldId="257"/>
            <ac:spMk id="4" creationId="{72081D17-FDDF-6460-E98A-7BFDDD1DB0C5}"/>
          </ac:spMkLst>
        </pc:spChg>
        <pc:spChg chg="add mod ord">
          <ac:chgData name="Muchammad Wildan Alkautsar" userId="360672ed2ee56274" providerId="LiveId" clId="{7C88E77C-5540-4285-929C-57217CA24F39}" dt="2026-03-08T08:21:51.656" v="44" actId="20577"/>
          <ac:spMkLst>
            <pc:docMk/>
            <pc:sldMk cId="1598867806" sldId="257"/>
            <ac:spMk id="5" creationId="{CCA626A6-9912-BD4C-EBF1-0C43E1EE58F3}"/>
          </ac:spMkLst>
        </pc:spChg>
      </pc:sldChg>
      <pc:sldChg chg="addSp delSp modSp new mod modClrScheme chgLayout">
        <pc:chgData name="Muchammad Wildan Alkautsar" userId="360672ed2ee56274" providerId="LiveId" clId="{7C88E77C-5540-4285-929C-57217CA24F39}" dt="2026-03-12T08:56:45.587" v="4403" actId="27918"/>
        <pc:sldMkLst>
          <pc:docMk/>
          <pc:sldMk cId="2578203349" sldId="258"/>
        </pc:sldMkLst>
        <pc:spChg chg="add mod ord">
          <ac:chgData name="Muchammad Wildan Alkautsar" userId="360672ed2ee56274" providerId="LiveId" clId="{7C88E77C-5540-4285-929C-57217CA24F39}" dt="2026-03-08T08:23:33.809" v="61" actId="113"/>
          <ac:spMkLst>
            <pc:docMk/>
            <pc:sldMk cId="2578203349" sldId="258"/>
            <ac:spMk id="3" creationId="{DAAD0027-F722-0787-E564-93151A463B0D}"/>
          </ac:spMkLst>
        </pc:spChg>
        <pc:spChg chg="add del mod">
          <ac:chgData name="Muchammad Wildan Alkautsar" userId="360672ed2ee56274" providerId="LiveId" clId="{7C88E77C-5540-4285-929C-57217CA24F39}" dt="2026-03-12T07:50:45.708" v="4080" actId="478"/>
          <ac:spMkLst>
            <pc:docMk/>
            <pc:sldMk cId="2578203349" sldId="258"/>
            <ac:spMk id="4" creationId="{9480163A-57EC-AA98-0A7A-03F18460A503}"/>
          </ac:spMkLst>
        </pc:spChg>
        <pc:spChg chg="add mod ord">
          <ac:chgData name="Muchammad Wildan Alkautsar" userId="360672ed2ee56274" providerId="LiveId" clId="{7C88E77C-5540-4285-929C-57217CA24F39}" dt="2026-03-11T01:44:53.649" v="2703" actId="27636"/>
          <ac:spMkLst>
            <pc:docMk/>
            <pc:sldMk cId="2578203349" sldId="258"/>
            <ac:spMk id="5" creationId="{9E6DC474-595A-32BD-E335-ABDEC7435689}"/>
          </ac:spMkLst>
        </pc:spChg>
        <pc:spChg chg="add del mod">
          <ac:chgData name="Muchammad Wildan Alkautsar" userId="360672ed2ee56274" providerId="LiveId" clId="{7C88E77C-5540-4285-929C-57217CA24F39}" dt="2026-03-12T07:52:35.986" v="4145" actId="478"/>
          <ac:spMkLst>
            <pc:docMk/>
            <pc:sldMk cId="2578203349" sldId="258"/>
            <ac:spMk id="10" creationId="{4E45A400-3FA4-0BBE-5720-0A2CF5B5C166}"/>
          </ac:spMkLst>
        </pc:spChg>
        <pc:spChg chg="add del mod">
          <ac:chgData name="Muchammad Wildan Alkautsar" userId="360672ed2ee56274" providerId="LiveId" clId="{7C88E77C-5540-4285-929C-57217CA24F39}" dt="2026-03-12T07:53:58.810" v="4157"/>
          <ac:spMkLst>
            <pc:docMk/>
            <pc:sldMk cId="2578203349" sldId="258"/>
            <ac:spMk id="13" creationId="{74FE05A9-B4D6-E719-66EE-B458D8C92319}"/>
          </ac:spMkLst>
        </pc:spChg>
        <pc:graphicFrameChg chg="add mod">
          <ac:chgData name="Muchammad Wildan Alkautsar" userId="360672ed2ee56274" providerId="LiveId" clId="{7C88E77C-5540-4285-929C-57217CA24F39}" dt="2026-03-12T07:50:45.263" v="4079"/>
          <ac:graphicFrameMkLst>
            <pc:docMk/>
            <pc:sldMk cId="2578203349" sldId="258"/>
            <ac:graphicFrameMk id="6" creationId="{4E391A45-7859-47DF-8981-A8705C1EC6C3}"/>
          </ac:graphicFrameMkLst>
        </pc:graphicFrameChg>
        <pc:graphicFrameChg chg="add del mod">
          <ac:chgData name="Muchammad Wildan Alkautsar" userId="360672ed2ee56274" providerId="LiveId" clId="{7C88E77C-5540-4285-929C-57217CA24F39}" dt="2026-03-12T07:53:30.008" v="4146" actId="478"/>
          <ac:graphicFrameMkLst>
            <pc:docMk/>
            <pc:sldMk cId="2578203349" sldId="258"/>
            <ac:graphicFrameMk id="7" creationId="{86EE1FCB-A64D-99C8-4264-C01A81EC9C58}"/>
          </ac:graphicFrameMkLst>
        </pc:graphicFrameChg>
        <pc:graphicFrameChg chg="add mod">
          <ac:chgData name="Muchammad Wildan Alkautsar" userId="360672ed2ee56274" providerId="LiveId" clId="{7C88E77C-5540-4285-929C-57217CA24F39}" dt="2026-03-12T07:51:04.472" v="4085"/>
          <ac:graphicFrameMkLst>
            <pc:docMk/>
            <pc:sldMk cId="2578203349" sldId="258"/>
            <ac:graphicFrameMk id="8" creationId="{4E391A45-7859-47DF-8981-A8705C1EC6C3}"/>
          </ac:graphicFrameMkLst>
        </pc:graphicFrameChg>
        <pc:graphicFrameChg chg="add mod">
          <ac:chgData name="Muchammad Wildan Alkautsar" userId="360672ed2ee56274" providerId="LiveId" clId="{7C88E77C-5540-4285-929C-57217CA24F39}" dt="2026-03-12T07:52:35.511" v="4144"/>
          <ac:graphicFrameMkLst>
            <pc:docMk/>
            <pc:sldMk cId="2578203349" sldId="258"/>
            <ac:graphicFrameMk id="11" creationId="{4E391A45-7859-47DF-8981-A8705C1EC6C3}"/>
          </ac:graphicFrameMkLst>
        </pc:graphicFrameChg>
        <pc:graphicFrameChg chg="add mod">
          <ac:chgData name="Muchammad Wildan Alkautsar" userId="360672ed2ee56274" providerId="LiveId" clId="{7C88E77C-5540-4285-929C-57217CA24F39}" dt="2026-03-12T07:53:56.097" v="4152"/>
          <ac:graphicFrameMkLst>
            <pc:docMk/>
            <pc:sldMk cId="2578203349" sldId="258"/>
            <ac:graphicFrameMk id="14" creationId="{4E391A45-7859-47DF-8981-A8705C1EC6C3}"/>
          </ac:graphicFrameMkLst>
        </pc:graphicFrameChg>
        <pc:graphicFrameChg chg="add mod">
          <ac:chgData name="Muchammad Wildan Alkautsar" userId="360672ed2ee56274" providerId="LiveId" clId="{7C88E77C-5540-4285-929C-57217CA24F39}" dt="2026-03-12T07:53:58.160" v="4155"/>
          <ac:graphicFrameMkLst>
            <pc:docMk/>
            <pc:sldMk cId="2578203349" sldId="258"/>
            <ac:graphicFrameMk id="15" creationId="{4E391A45-7859-47DF-8981-A8705C1EC6C3}"/>
          </ac:graphicFrameMkLst>
        </pc:graphicFrameChg>
        <pc:graphicFrameChg chg="add mod">
          <ac:chgData name="Muchammad Wildan Alkautsar" userId="360672ed2ee56274" providerId="LiveId" clId="{7C88E77C-5540-4285-929C-57217CA24F39}" dt="2026-03-12T07:54:42.640" v="4170" actId="2085"/>
          <ac:graphicFrameMkLst>
            <pc:docMk/>
            <pc:sldMk cId="2578203349" sldId="258"/>
            <ac:graphicFrameMk id="16" creationId="{4E391A45-7859-47DF-8981-A8705C1EC6C3}"/>
          </ac:graphicFrameMkLst>
        </pc:graphicFrameChg>
      </pc:sldChg>
      <pc:sldChg chg="addSp delSp modSp new mod modClrScheme chgLayout">
        <pc:chgData name="Muchammad Wildan Alkautsar" userId="360672ed2ee56274" providerId="LiveId" clId="{7C88E77C-5540-4285-929C-57217CA24F39}" dt="2026-03-12T08:56:45.521" v="4402" actId="27918"/>
        <pc:sldMkLst>
          <pc:docMk/>
          <pc:sldMk cId="2281797436" sldId="259"/>
        </pc:sldMkLst>
        <pc:spChg chg="add del mod">
          <ac:chgData name="Muchammad Wildan Alkautsar" userId="360672ed2ee56274" providerId="LiveId" clId="{7C88E77C-5540-4285-929C-57217CA24F39}" dt="2026-03-11T02:19:44.577" v="3241"/>
          <ac:spMkLst>
            <pc:docMk/>
            <pc:sldMk cId="2281797436" sldId="259"/>
            <ac:spMk id="3" creationId="{D547CA15-03EB-09FE-7B71-33C9542923AB}"/>
          </ac:spMkLst>
        </pc:spChg>
        <pc:spChg chg="add del mod">
          <ac:chgData name="Muchammad Wildan Alkautsar" userId="360672ed2ee56274" providerId="LiveId" clId="{7C88E77C-5540-4285-929C-57217CA24F39}" dt="2026-03-12T07:55:30.760" v="4179"/>
          <ac:spMkLst>
            <pc:docMk/>
            <pc:sldMk cId="2281797436" sldId="259"/>
            <ac:spMk id="4" creationId="{555E801D-6A19-2555-9F52-3B5490162313}"/>
          </ac:spMkLst>
        </pc:spChg>
        <pc:spChg chg="add mod ord">
          <ac:chgData name="Muchammad Wildan Alkautsar" userId="360672ed2ee56274" providerId="LiveId" clId="{7C88E77C-5540-4285-929C-57217CA24F39}" dt="2026-03-08T08:24:26.868" v="96" actId="20577"/>
          <ac:spMkLst>
            <pc:docMk/>
            <pc:sldMk cId="2281797436" sldId="259"/>
            <ac:spMk id="5" creationId="{7C01B7E7-BEC4-9551-0A61-CB2017317DAF}"/>
          </ac:spMkLst>
        </pc:spChg>
        <pc:spChg chg="add del mod ord">
          <ac:chgData name="Muchammad Wildan Alkautsar" userId="360672ed2ee56274" providerId="LiveId" clId="{7C88E77C-5540-4285-929C-57217CA24F39}" dt="2026-03-11T02:20:47.532" v="3258" actId="113"/>
          <ac:spMkLst>
            <pc:docMk/>
            <pc:sldMk cId="2281797436" sldId="259"/>
            <ac:spMk id="7" creationId="{B4832F84-1241-C6D0-8CC2-7E9242A7FBA4}"/>
          </ac:spMkLst>
        </pc:spChg>
        <pc:graphicFrameChg chg="add mod">
          <ac:chgData name="Muchammad Wildan Alkautsar" userId="360672ed2ee56274" providerId="LiveId" clId="{7C88E77C-5540-4285-929C-57217CA24F39}" dt="2026-03-12T07:55:27.309" v="4173"/>
          <ac:graphicFrameMkLst>
            <pc:docMk/>
            <pc:sldMk cId="2281797436" sldId="259"/>
            <ac:graphicFrameMk id="2" creationId="{99C14E26-29FA-4576-A46D-046DA534AD08}"/>
          </ac:graphicFrameMkLst>
        </pc:graphicFrameChg>
        <pc:graphicFrameChg chg="add mod">
          <ac:chgData name="Muchammad Wildan Alkautsar" userId="360672ed2ee56274" providerId="LiveId" clId="{7C88E77C-5540-4285-929C-57217CA24F39}" dt="2026-03-11T02:19:43.720" v="3239"/>
          <ac:graphicFrameMkLst>
            <pc:docMk/>
            <pc:sldMk cId="2281797436" sldId="259"/>
            <ac:graphicFrameMk id="4" creationId="{99C14E26-29FA-4576-A46D-046DA534AD08}"/>
          </ac:graphicFrameMkLst>
        </pc:graphicFrameChg>
        <pc:graphicFrameChg chg="add del mod">
          <ac:chgData name="Muchammad Wildan Alkautsar" userId="360672ed2ee56274" providerId="LiveId" clId="{7C88E77C-5540-4285-929C-57217CA24F39}" dt="2026-03-12T07:55:28.392" v="4174" actId="478"/>
          <ac:graphicFrameMkLst>
            <pc:docMk/>
            <pc:sldMk cId="2281797436" sldId="259"/>
            <ac:graphicFrameMk id="6" creationId="{99C14E26-29FA-4576-A46D-046DA534AD08}"/>
          </ac:graphicFrameMkLst>
        </pc:graphicFrameChg>
        <pc:graphicFrameChg chg="add mod">
          <ac:chgData name="Muchammad Wildan Alkautsar" userId="360672ed2ee56274" providerId="LiveId" clId="{7C88E77C-5540-4285-929C-57217CA24F39}" dt="2026-03-12T07:55:29.474" v="4177"/>
          <ac:graphicFrameMkLst>
            <pc:docMk/>
            <pc:sldMk cId="2281797436" sldId="259"/>
            <ac:graphicFrameMk id="8" creationId="{99C14E26-29FA-4576-A46D-046DA534AD08}"/>
          </ac:graphicFrameMkLst>
        </pc:graphicFrameChg>
        <pc:graphicFrameChg chg="add mod">
          <ac:chgData name="Muchammad Wildan Alkautsar" userId="360672ed2ee56274" providerId="LiveId" clId="{7C88E77C-5540-4285-929C-57217CA24F39}" dt="2026-03-12T07:55:30.760" v="4179"/>
          <ac:graphicFrameMkLst>
            <pc:docMk/>
            <pc:sldMk cId="2281797436" sldId="259"/>
            <ac:graphicFrameMk id="9" creationId="{99C14E26-29FA-4576-A46D-046DA534AD08}"/>
          </ac:graphicFrameMkLst>
        </pc:graphicFrameChg>
        <pc:graphicFrameChg chg="add del mod">
          <ac:chgData name="Muchammad Wildan Alkautsar" userId="360672ed2ee56274" providerId="LiveId" clId="{7C88E77C-5540-4285-929C-57217CA24F39}" dt="2026-03-11T02:19:42.417" v="3236" actId="478"/>
          <ac:graphicFrameMkLst>
            <pc:docMk/>
            <pc:sldMk cId="2281797436" sldId="259"/>
            <ac:graphicFrameMk id="10" creationId="{99C14E26-29FA-4576-A46D-046DA534AD08}"/>
          </ac:graphicFrameMkLst>
        </pc:graphicFrameChg>
      </pc:sldChg>
      <pc:sldChg chg="addSp delSp modSp new mod">
        <pc:chgData name="Muchammad Wildan Alkautsar" userId="360672ed2ee56274" providerId="LiveId" clId="{7C88E77C-5540-4285-929C-57217CA24F39}" dt="2026-03-12T08:56:45.644" v="4404" actId="27918"/>
        <pc:sldMkLst>
          <pc:docMk/>
          <pc:sldMk cId="417791805" sldId="260"/>
        </pc:sldMkLst>
        <pc:spChg chg="mod">
          <ac:chgData name="Muchammad Wildan Alkautsar" userId="360672ed2ee56274" providerId="LiveId" clId="{7C88E77C-5540-4285-929C-57217CA24F39}" dt="2026-03-08T08:27:12.731" v="144" actId="113"/>
          <ac:spMkLst>
            <pc:docMk/>
            <pc:sldMk cId="417791805" sldId="260"/>
            <ac:spMk id="2" creationId="{2F5E384E-F80B-7533-7653-6C7CCACB4687}"/>
          </ac:spMkLst>
        </pc:spChg>
        <pc:spChg chg="mod">
          <ac:chgData name="Muchammad Wildan Alkautsar" userId="360672ed2ee56274" providerId="LiveId" clId="{7C88E77C-5540-4285-929C-57217CA24F39}" dt="2026-03-12T01:45:03.058" v="4052" actId="20577"/>
          <ac:spMkLst>
            <pc:docMk/>
            <pc:sldMk cId="417791805" sldId="260"/>
            <ac:spMk id="4" creationId="{179625BC-071D-1998-2A7F-EF215656EF00}"/>
          </ac:spMkLst>
        </pc:spChg>
        <pc:spChg chg="add del mod">
          <ac:chgData name="Muchammad Wildan Alkautsar" userId="360672ed2ee56274" providerId="LiveId" clId="{7C88E77C-5540-4285-929C-57217CA24F39}" dt="2026-03-12T07:55:47.470" v="4185"/>
          <ac:spMkLst>
            <pc:docMk/>
            <pc:sldMk cId="417791805" sldId="260"/>
            <ac:spMk id="6" creationId="{4921EFB5-1855-ED66-2067-05B1BFDD6A33}"/>
          </ac:spMkLst>
        </pc:spChg>
        <pc:graphicFrameChg chg="add del mod">
          <ac:chgData name="Muchammad Wildan Alkautsar" userId="360672ed2ee56274" providerId="LiveId" clId="{7C88E77C-5540-4285-929C-57217CA24F39}" dt="2026-03-12T07:55:46.386" v="4183" actId="478"/>
          <ac:graphicFrameMkLst>
            <pc:docMk/>
            <pc:sldMk cId="417791805" sldId="260"/>
            <ac:graphicFrameMk id="5" creationId="{0718EFAF-ADC2-AA8D-6E19-9DF970583C71}"/>
          </ac:graphicFrameMkLst>
        </pc:graphicFrameChg>
        <pc:graphicFrameChg chg="add mod">
          <ac:chgData name="Muchammad Wildan Alkautsar" userId="360672ed2ee56274" providerId="LiveId" clId="{7C88E77C-5540-4285-929C-57217CA24F39}" dt="2026-03-12T07:55:47.470" v="4185"/>
          <ac:graphicFrameMkLst>
            <pc:docMk/>
            <pc:sldMk cId="417791805" sldId="260"/>
            <ac:graphicFrameMk id="7" creationId="{EDB8A54E-A2DF-4EEE-8408-4CC60E9F5003}"/>
          </ac:graphicFrameMkLst>
        </pc:graphicFrameChg>
      </pc:sldChg>
      <pc:sldChg chg="addSp delSp modSp add mod modClrScheme chgLayout">
        <pc:chgData name="Muchammad Wildan Alkautsar" userId="360672ed2ee56274" providerId="LiveId" clId="{7C88E77C-5540-4285-929C-57217CA24F39}" dt="2026-03-12T08:56:45.396" v="4400" actId="27918"/>
        <pc:sldMkLst>
          <pc:docMk/>
          <pc:sldMk cId="2085567157" sldId="263"/>
        </pc:sldMkLst>
        <pc:spChg chg="mod ord">
          <ac:chgData name="Muchammad Wildan Alkautsar" userId="360672ed2ee56274" providerId="LiveId" clId="{7C88E77C-5540-4285-929C-57217CA24F39}" dt="2026-03-10T14:58:31.496" v="1763" actId="700"/>
          <ac:spMkLst>
            <pc:docMk/>
            <pc:sldMk cId="2085567157" sldId="263"/>
            <ac:spMk id="2" creationId="{302691B5-D627-C3EC-F383-FC9577EE7366}"/>
          </ac:spMkLst>
        </pc:spChg>
        <pc:spChg chg="add mod ord">
          <ac:chgData name="Muchammad Wildan Alkautsar" userId="360672ed2ee56274" providerId="LiveId" clId="{7C88E77C-5540-4285-929C-57217CA24F39}" dt="2026-03-11T02:28:31.945" v="3801" actId="113"/>
          <ac:spMkLst>
            <pc:docMk/>
            <pc:sldMk cId="2085567157" sldId="263"/>
            <ac:spMk id="3" creationId="{52EE90DB-661F-928B-DBFB-DDE448197192}"/>
          </ac:spMkLst>
        </pc:spChg>
        <pc:spChg chg="add mod ord">
          <ac:chgData name="Muchammad Wildan Alkautsar" userId="360672ed2ee56274" providerId="LiveId" clId="{7C88E77C-5540-4285-929C-57217CA24F39}" dt="2026-03-11T02:29:03.617" v="3808" actId="113"/>
          <ac:spMkLst>
            <pc:docMk/>
            <pc:sldMk cId="2085567157" sldId="263"/>
            <ac:spMk id="5" creationId="{932A3B73-E3E3-6AF9-D12A-ADAF2B4AE5FA}"/>
          </ac:spMkLst>
        </pc:spChg>
        <pc:spChg chg="add del mod">
          <ac:chgData name="Muchammad Wildan Alkautsar" userId="360672ed2ee56274" providerId="LiveId" clId="{7C88E77C-5540-4285-929C-57217CA24F39}" dt="2026-03-12T07:56:05.020" v="4194"/>
          <ac:spMkLst>
            <pc:docMk/>
            <pc:sldMk cId="2085567157" sldId="263"/>
            <ac:spMk id="8" creationId="{E17A8DD9-145F-F2D5-D56C-9339DC87ACA0}"/>
          </ac:spMkLst>
        </pc:spChg>
        <pc:spChg chg="add del mod">
          <ac:chgData name="Muchammad Wildan Alkautsar" userId="360672ed2ee56274" providerId="LiveId" clId="{7C88E77C-5540-4285-929C-57217CA24F39}" dt="2026-03-12T08:01:50.913" v="4247" actId="478"/>
          <ac:spMkLst>
            <pc:docMk/>
            <pc:sldMk cId="2085567157" sldId="263"/>
            <ac:spMk id="13" creationId="{07D41958-1BAE-FF77-A7E3-384DAA5A1A6B}"/>
          </ac:spMkLst>
        </pc:spChg>
        <pc:graphicFrameChg chg="add mod">
          <ac:chgData name="Muchammad Wildan Alkautsar" userId="360672ed2ee56274" providerId="LiveId" clId="{7C88E77C-5540-4285-929C-57217CA24F39}" dt="2026-03-12T07:55:57.519" v="4188"/>
          <ac:graphicFrameMkLst>
            <pc:docMk/>
            <pc:sldMk cId="2085567157" sldId="263"/>
            <ac:graphicFrameMk id="4" creationId="{0993D07A-C303-4349-9173-351D9AA1936E}"/>
          </ac:graphicFrameMkLst>
        </pc:graphicFrameChg>
        <pc:graphicFrameChg chg="add mod modGraphic">
          <ac:chgData name="Muchammad Wildan Alkautsar" userId="360672ed2ee56274" providerId="LiveId" clId="{7C88E77C-5540-4285-929C-57217CA24F39}" dt="2026-03-10T15:01:33.125" v="1805" actId="113"/>
          <ac:graphicFrameMkLst>
            <pc:docMk/>
            <pc:sldMk cId="2085567157" sldId="263"/>
            <ac:graphicFrameMk id="7" creationId="{377BE2B5-A63D-2447-F7E3-B42BB83B2547}"/>
          </ac:graphicFrameMkLst>
        </pc:graphicFrameChg>
        <pc:graphicFrameChg chg="add del mod ord">
          <ac:chgData name="Muchammad Wildan Alkautsar" userId="360672ed2ee56274" providerId="LiveId" clId="{7C88E77C-5540-4285-929C-57217CA24F39}" dt="2026-03-12T07:55:58.559" v="4189" actId="478"/>
          <ac:graphicFrameMkLst>
            <pc:docMk/>
            <pc:sldMk cId="2085567157" sldId="263"/>
            <ac:graphicFrameMk id="9" creationId="{C02D67AC-1917-F4A0-909E-C7304D571533}"/>
          </ac:graphicFrameMkLst>
        </pc:graphicFrameChg>
        <pc:graphicFrameChg chg="add mod">
          <ac:chgData name="Muchammad Wildan Alkautsar" userId="360672ed2ee56274" providerId="LiveId" clId="{7C88E77C-5540-4285-929C-57217CA24F39}" dt="2026-03-12T07:56:03.752" v="4192"/>
          <ac:graphicFrameMkLst>
            <pc:docMk/>
            <pc:sldMk cId="2085567157" sldId="263"/>
            <ac:graphicFrameMk id="10" creationId="{0993D07A-C303-4349-9173-351D9AA1936E}"/>
          </ac:graphicFrameMkLst>
        </pc:graphicFrameChg>
        <pc:graphicFrameChg chg="add del mod">
          <ac:chgData name="Muchammad Wildan Alkautsar" userId="360672ed2ee56274" providerId="LiveId" clId="{7C88E77C-5540-4285-929C-57217CA24F39}" dt="2026-03-12T08:49:37.303" v="4324" actId="113"/>
          <ac:graphicFrameMkLst>
            <pc:docMk/>
            <pc:sldMk cId="2085567157" sldId="263"/>
            <ac:graphicFrameMk id="11" creationId="{0993D07A-C303-4349-9173-351D9AA1936E}"/>
          </ac:graphicFrameMkLst>
        </pc:graphicFrameChg>
      </pc:sldChg>
      <pc:sldChg chg="addSp delSp modSp new mod modClrScheme chgLayout">
        <pc:chgData name="Muchammad Wildan Alkautsar" userId="360672ed2ee56274" providerId="LiveId" clId="{7C88E77C-5540-4285-929C-57217CA24F39}" dt="2026-03-11T02:32:10.604" v="3850" actId="114"/>
        <pc:sldMkLst>
          <pc:docMk/>
          <pc:sldMk cId="3116109756" sldId="264"/>
        </pc:sldMkLst>
        <pc:spChg chg="mod ord">
          <ac:chgData name="Muchammad Wildan Alkautsar" userId="360672ed2ee56274" providerId="LiveId" clId="{7C88E77C-5540-4285-929C-57217CA24F39}" dt="2026-03-08T14:50:01.299" v="362" actId="700"/>
          <ac:spMkLst>
            <pc:docMk/>
            <pc:sldMk cId="3116109756" sldId="264"/>
            <ac:spMk id="2" creationId="{943B7437-5DE9-4A83-1246-5D992A6A6703}"/>
          </ac:spMkLst>
        </pc:spChg>
        <pc:spChg chg="add del mod ord">
          <ac:chgData name="Muchammad Wildan Alkautsar" userId="360672ed2ee56274" providerId="LiveId" clId="{7C88E77C-5540-4285-929C-57217CA24F39}" dt="2026-03-11T02:32:10.604" v="3850" actId="114"/>
          <ac:spMkLst>
            <pc:docMk/>
            <pc:sldMk cId="3116109756" sldId="264"/>
            <ac:spMk id="7" creationId="{EAF9F449-EDC7-2BE4-9502-2E8BAF86713E}"/>
          </ac:spMkLst>
        </pc:spChg>
        <pc:spChg chg="add">
          <ac:chgData name="Muchammad Wildan Alkautsar" userId="360672ed2ee56274" providerId="LiveId" clId="{7C88E77C-5540-4285-929C-57217CA24F39}" dt="2026-03-11T02:29:29.008" v="3810"/>
          <ac:spMkLst>
            <pc:docMk/>
            <pc:sldMk cId="3116109756" sldId="264"/>
            <ac:spMk id="21" creationId="{5DCE4327-A8C6-0407-B850-B2B88E475C54}"/>
          </ac:spMkLst>
        </pc:spChg>
        <pc:spChg chg="add mod">
          <ac:chgData name="Muchammad Wildan Alkautsar" userId="360672ed2ee56274" providerId="LiveId" clId="{7C88E77C-5540-4285-929C-57217CA24F39}" dt="2026-03-11T02:29:33.304" v="3813"/>
          <ac:spMkLst>
            <pc:docMk/>
            <pc:sldMk cId="3116109756" sldId="264"/>
            <ac:spMk id="22" creationId="{F74290F0-4130-2120-DF26-5EAD399AC1EB}"/>
          </ac:spMkLst>
        </pc:spChg>
        <pc:spChg chg="add">
          <ac:chgData name="Muchammad Wildan Alkautsar" userId="360672ed2ee56274" providerId="LiveId" clId="{7C88E77C-5540-4285-929C-57217CA24F39}" dt="2026-03-11T02:30:59.314" v="3829"/>
          <ac:spMkLst>
            <pc:docMk/>
            <pc:sldMk cId="3116109756" sldId="264"/>
            <ac:spMk id="23" creationId="{3AFA1E4A-7204-8AF6-AC57-71B5ABAA5AEF}"/>
          </ac:spMkLst>
        </pc:spChg>
        <pc:graphicFrameChg chg="add mod modGraphic">
          <ac:chgData name="Muchammad Wildan Alkautsar" userId="360672ed2ee56274" providerId="LiveId" clId="{7C88E77C-5540-4285-929C-57217CA24F39}" dt="2026-03-10T22:26:00.711" v="1830" actId="113"/>
          <ac:graphicFrameMkLst>
            <pc:docMk/>
            <pc:sldMk cId="3116109756" sldId="264"/>
            <ac:graphicFrameMk id="5" creationId="{AF778BED-21B9-DE02-67B0-3EA0E2810A7F}"/>
          </ac:graphicFrameMkLst>
        </pc:graphicFrameChg>
      </pc:sldChg>
      <pc:sldChg chg="addSp delSp modSp new mod ord modClrScheme chgLayout">
        <pc:chgData name="Muchammad Wildan Alkautsar" userId="360672ed2ee56274" providerId="LiveId" clId="{7C88E77C-5540-4285-929C-57217CA24F39}" dt="2026-03-12T08:56:44.394" v="4395" actId="27918"/>
        <pc:sldMkLst>
          <pc:docMk/>
          <pc:sldMk cId="1732855216" sldId="265"/>
        </pc:sldMkLst>
        <pc:spChg chg="mod ord">
          <ac:chgData name="Muchammad Wildan Alkautsar" userId="360672ed2ee56274" providerId="LiveId" clId="{7C88E77C-5540-4285-929C-57217CA24F39}" dt="2026-03-12T08:02:31.119" v="4277" actId="700"/>
          <ac:spMkLst>
            <pc:docMk/>
            <pc:sldMk cId="1732855216" sldId="265"/>
            <ac:spMk id="2" creationId="{68F162DA-1FEC-9382-106D-126C450F682A}"/>
          </ac:spMkLst>
        </pc:spChg>
        <pc:spChg chg="mod ord">
          <ac:chgData name="Muchammad Wildan Alkautsar" userId="360672ed2ee56274" providerId="LiveId" clId="{7C88E77C-5540-4285-929C-57217CA24F39}" dt="2026-03-12T08:02:31.119" v="4277" actId="700"/>
          <ac:spMkLst>
            <pc:docMk/>
            <pc:sldMk cId="1732855216" sldId="265"/>
            <ac:spMk id="4" creationId="{6EDEFEC8-9931-0110-E872-70255AA0E91F}"/>
          </ac:spMkLst>
        </pc:spChg>
        <pc:spChg chg="add del mod">
          <ac:chgData name="Muchammad Wildan Alkautsar" userId="360672ed2ee56274" providerId="LiveId" clId="{7C88E77C-5540-4285-929C-57217CA24F39}" dt="2026-03-12T07:57:14.409" v="4210"/>
          <ac:spMkLst>
            <pc:docMk/>
            <pc:sldMk cId="1732855216" sldId="265"/>
            <ac:spMk id="6" creationId="{616A625A-CE12-6DE3-73AD-15CC891F7A5F}"/>
          </ac:spMkLst>
        </pc:spChg>
        <pc:spChg chg="add del mod">
          <ac:chgData name="Muchammad Wildan Alkautsar" userId="360672ed2ee56274" providerId="LiveId" clId="{7C88E77C-5540-4285-929C-57217CA24F39}" dt="2026-03-12T08:00:59.928" v="4241"/>
          <ac:spMkLst>
            <pc:docMk/>
            <pc:sldMk cId="1732855216" sldId="265"/>
            <ac:spMk id="10" creationId="{FF4C78D5-39D6-D64F-3A10-D18853AA9A73}"/>
          </ac:spMkLst>
        </pc:spChg>
        <pc:spChg chg="add del mod ord">
          <ac:chgData name="Muchammad Wildan Alkautsar" userId="360672ed2ee56274" providerId="LiveId" clId="{7C88E77C-5540-4285-929C-57217CA24F39}" dt="2026-03-12T08:02:01.996" v="4248" actId="700"/>
          <ac:spMkLst>
            <pc:docMk/>
            <pc:sldMk cId="1732855216" sldId="265"/>
            <ac:spMk id="13" creationId="{B95939C2-5F68-D85A-F666-B63DBD86BC9E}"/>
          </ac:spMkLst>
        </pc:spChg>
        <pc:spChg chg="add del mod ord">
          <ac:chgData name="Muchammad Wildan Alkautsar" userId="360672ed2ee56274" providerId="LiveId" clId="{7C88E77C-5540-4285-929C-57217CA24F39}" dt="2026-03-12T08:02:04.538" v="4250"/>
          <ac:spMkLst>
            <pc:docMk/>
            <pc:sldMk cId="1732855216" sldId="265"/>
            <ac:spMk id="15" creationId="{BC246B15-CC94-D9F5-FC20-EE903327B635}"/>
          </ac:spMkLst>
        </pc:spChg>
        <pc:spChg chg="add del mod ord">
          <ac:chgData name="Muchammad Wildan Alkautsar" userId="360672ed2ee56274" providerId="LiveId" clId="{7C88E77C-5540-4285-929C-57217CA24F39}" dt="2026-03-12T08:02:31.119" v="4277" actId="700"/>
          <ac:spMkLst>
            <pc:docMk/>
            <pc:sldMk cId="1732855216" sldId="265"/>
            <ac:spMk id="18" creationId="{EB9E7A91-62B3-8351-A040-CE0790292FFC}"/>
          </ac:spMkLst>
        </pc:spChg>
        <pc:spChg chg="add del mod ord">
          <ac:chgData name="Muchammad Wildan Alkautsar" userId="360672ed2ee56274" providerId="LiveId" clId="{7C88E77C-5540-4285-929C-57217CA24F39}" dt="2026-03-12T08:02:35.718" v="4279"/>
          <ac:spMkLst>
            <pc:docMk/>
            <pc:sldMk cId="1732855216" sldId="265"/>
            <ac:spMk id="19" creationId="{A73E6033-9279-BABD-392B-7CCA575CDFA2}"/>
          </ac:spMkLst>
        </pc:spChg>
        <pc:graphicFrameChg chg="add del mod">
          <ac:chgData name="Muchammad Wildan Alkautsar" userId="360672ed2ee56274" providerId="LiveId" clId="{7C88E77C-5540-4285-929C-57217CA24F39}" dt="2026-03-12T07:57:10.184" v="4205" actId="478"/>
          <ac:graphicFrameMkLst>
            <pc:docMk/>
            <pc:sldMk cId="1732855216" sldId="265"/>
            <ac:graphicFrameMk id="5" creationId="{19226C53-0E2C-CF2F-50FC-93D6B4112602}"/>
          </ac:graphicFrameMkLst>
        </pc:graphicFrameChg>
        <pc:graphicFrameChg chg="add mod">
          <ac:chgData name="Muchammad Wildan Alkautsar" userId="360672ed2ee56274" providerId="LiveId" clId="{7C88E77C-5540-4285-929C-57217CA24F39}" dt="2026-03-12T07:57:13.016" v="4208"/>
          <ac:graphicFrameMkLst>
            <pc:docMk/>
            <pc:sldMk cId="1732855216" sldId="265"/>
            <ac:graphicFrameMk id="7" creationId="{19226C53-0E2C-CF2F-50FC-93D6B4112602}"/>
          </ac:graphicFrameMkLst>
        </pc:graphicFrameChg>
        <pc:graphicFrameChg chg="add del mod">
          <ac:chgData name="Muchammad Wildan Alkautsar" userId="360672ed2ee56274" providerId="LiveId" clId="{7C88E77C-5540-4285-929C-57217CA24F39}" dt="2026-03-12T08:00:36.105" v="4239" actId="478"/>
          <ac:graphicFrameMkLst>
            <pc:docMk/>
            <pc:sldMk cId="1732855216" sldId="265"/>
            <ac:graphicFrameMk id="8" creationId="{19226C53-0E2C-CF2F-50FC-93D6B4112602}"/>
          </ac:graphicFrameMkLst>
        </pc:graphicFrameChg>
        <pc:graphicFrameChg chg="add del mod">
          <ac:chgData name="Muchammad Wildan Alkautsar" userId="360672ed2ee56274" providerId="LiveId" clId="{7C88E77C-5540-4285-929C-57217CA24F39}" dt="2026-03-12T08:01:31.639" v="4242" actId="478"/>
          <ac:graphicFrameMkLst>
            <pc:docMk/>
            <pc:sldMk cId="1732855216" sldId="265"/>
            <ac:graphicFrameMk id="11" creationId="{19226C53-0E2C-CF2F-50FC-93D6B4112602}"/>
          </ac:graphicFrameMkLst>
        </pc:graphicFrameChg>
        <pc:graphicFrameChg chg="add del mod">
          <ac:chgData name="Muchammad Wildan Alkautsar" userId="360672ed2ee56274" providerId="LiveId" clId="{7C88E77C-5540-4285-929C-57217CA24F39}" dt="2026-03-12T08:02:26.387" v="4276" actId="478"/>
          <ac:graphicFrameMkLst>
            <pc:docMk/>
            <pc:sldMk cId="1732855216" sldId="265"/>
            <ac:graphicFrameMk id="16" creationId="{19226C53-0E2C-CF2F-50FC-93D6B4112602}"/>
          </ac:graphicFrameMkLst>
        </pc:graphicFrameChg>
        <pc:graphicFrameChg chg="add mod">
          <ac:chgData name="Muchammad Wildan Alkautsar" userId="360672ed2ee56274" providerId="LiveId" clId="{7C88E77C-5540-4285-929C-57217CA24F39}" dt="2026-03-12T08:02:35.718" v="4279"/>
          <ac:graphicFrameMkLst>
            <pc:docMk/>
            <pc:sldMk cId="1732855216" sldId="265"/>
            <ac:graphicFrameMk id="20" creationId="{19226C53-0E2C-CF2F-50FC-93D6B4112602}"/>
          </ac:graphicFrameMkLst>
        </pc:graphicFrameChg>
        <pc:picChg chg="add mod">
          <ac:chgData name="Muchammad Wildan Alkautsar" userId="360672ed2ee56274" providerId="LiveId" clId="{7C88E77C-5540-4285-929C-57217CA24F39}" dt="2026-03-12T08:01:40.418" v="4244"/>
          <ac:picMkLst>
            <pc:docMk/>
            <pc:sldMk cId="1732855216" sldId="265"/>
            <ac:picMk id="14" creationId="{D5F3C6CC-9C91-9DD3-45EC-E2C2888DED7A}"/>
          </ac:picMkLst>
        </pc:picChg>
      </pc:sldChg>
      <pc:sldChg chg="addSp delSp modSp new mod">
        <pc:chgData name="Muchammad Wildan Alkautsar" userId="360672ed2ee56274" providerId="LiveId" clId="{7C88E77C-5540-4285-929C-57217CA24F39}" dt="2026-03-12T08:56:46.841" v="4406" actId="27918"/>
        <pc:sldMkLst>
          <pc:docMk/>
          <pc:sldMk cId="1727325756" sldId="266"/>
        </pc:sldMkLst>
        <pc:spChg chg="mod">
          <ac:chgData name="Muchammad Wildan Alkautsar" userId="360672ed2ee56274" providerId="LiveId" clId="{7C88E77C-5540-4285-929C-57217CA24F39}" dt="2026-03-11T02:33:15.425" v="3853"/>
          <ac:spMkLst>
            <pc:docMk/>
            <pc:sldMk cId="1727325756" sldId="266"/>
            <ac:spMk id="4" creationId="{6D24C063-303B-18AA-3D05-E91990936B8F}"/>
          </ac:spMkLst>
        </pc:spChg>
        <pc:spChg chg="add del mod">
          <ac:chgData name="Muchammad Wildan Alkautsar" userId="360672ed2ee56274" providerId="LiveId" clId="{7C88E77C-5540-4285-929C-57217CA24F39}" dt="2026-03-12T08:50:23.179" v="4343"/>
          <ac:spMkLst>
            <pc:docMk/>
            <pc:sldMk cId="1727325756" sldId="266"/>
            <ac:spMk id="5" creationId="{BB55BE9B-E7B2-6C95-CDE5-75E80A3FEBB8}"/>
          </ac:spMkLst>
        </pc:spChg>
        <pc:graphicFrameChg chg="add del mod">
          <ac:chgData name="Muchammad Wildan Alkautsar" userId="360672ed2ee56274" providerId="LiveId" clId="{7C88E77C-5540-4285-929C-57217CA24F39}" dt="2026-03-12T08:50:22.117" v="4341" actId="478"/>
          <ac:graphicFrameMkLst>
            <pc:docMk/>
            <pc:sldMk cId="1727325756" sldId="266"/>
            <ac:graphicFrameMk id="6" creationId="{67306FC0-CCB2-6FA8-A8CA-649B4E598CDF}"/>
          </ac:graphicFrameMkLst>
        </pc:graphicFrameChg>
        <pc:graphicFrameChg chg="add mod">
          <ac:chgData name="Muchammad Wildan Alkautsar" userId="360672ed2ee56274" providerId="LiveId" clId="{7C88E77C-5540-4285-929C-57217CA24F39}" dt="2026-03-12T08:50:23.179" v="4343"/>
          <ac:graphicFrameMkLst>
            <pc:docMk/>
            <pc:sldMk cId="1727325756" sldId="266"/>
            <ac:graphicFrameMk id="7" creationId="{67306FC0-CCB2-6FA8-A8CA-649B4E598CDF}"/>
          </ac:graphicFrameMkLst>
        </pc:graphicFrameChg>
      </pc:sldChg>
      <pc:sldChg chg="addSp delSp modSp new mod modClrScheme chgLayout">
        <pc:chgData name="Muchammad Wildan Alkautsar" userId="360672ed2ee56274" providerId="LiveId" clId="{7C88E77C-5540-4285-929C-57217CA24F39}" dt="2026-03-12T08:56:44.727" v="4399" actId="27918"/>
        <pc:sldMkLst>
          <pc:docMk/>
          <pc:sldMk cId="1267788157" sldId="267"/>
        </pc:sldMkLst>
        <pc:spChg chg="mod ord">
          <ac:chgData name="Muchammad Wildan Alkautsar" userId="360672ed2ee56274" providerId="LiveId" clId="{7C88E77C-5540-4285-929C-57217CA24F39}" dt="2026-03-10T22:44:53.024" v="1892" actId="700"/>
          <ac:spMkLst>
            <pc:docMk/>
            <pc:sldMk cId="1267788157" sldId="267"/>
            <ac:spMk id="2" creationId="{DFFE2B00-B280-EEF0-0EB8-790FF57DA87A}"/>
          </ac:spMkLst>
        </pc:spChg>
        <pc:spChg chg="add mod ord">
          <ac:chgData name="Muchammad Wildan Alkautsar" userId="360672ed2ee56274" providerId="LiveId" clId="{7C88E77C-5540-4285-929C-57217CA24F39}" dt="2026-03-11T02:33:48.224" v="3869" actId="113"/>
          <ac:spMkLst>
            <pc:docMk/>
            <pc:sldMk cId="1267788157" sldId="267"/>
            <ac:spMk id="3" creationId="{2C16487F-BBD1-EBD9-C0D7-DCCFF60FDCFB}"/>
          </ac:spMkLst>
        </pc:spChg>
        <pc:spChg chg="add mod ord">
          <ac:chgData name="Muchammad Wildan Alkautsar" userId="360672ed2ee56274" providerId="LiveId" clId="{7C88E77C-5540-4285-929C-57217CA24F39}" dt="2026-03-11T02:34:00.105" v="3871" actId="113"/>
          <ac:spMkLst>
            <pc:docMk/>
            <pc:sldMk cId="1267788157" sldId="267"/>
            <ac:spMk id="5" creationId="{24AC0D35-908A-8819-B97C-EAF2DB7F4396}"/>
          </ac:spMkLst>
        </pc:spChg>
        <pc:spChg chg="add del mod">
          <ac:chgData name="Muchammad Wildan Alkautsar" userId="360672ed2ee56274" providerId="LiveId" clId="{7C88E77C-5540-4285-929C-57217CA24F39}" dt="2026-03-12T08:05:34.225" v="4282"/>
          <ac:spMkLst>
            <pc:docMk/>
            <pc:sldMk cId="1267788157" sldId="267"/>
            <ac:spMk id="6" creationId="{5CD154B7-326E-B378-F70B-EBF3A7AC39BC}"/>
          </ac:spMkLst>
        </pc:spChg>
        <pc:spChg chg="add del mod">
          <ac:chgData name="Muchammad Wildan Alkautsar" userId="360672ed2ee56274" providerId="LiveId" clId="{7C88E77C-5540-4285-929C-57217CA24F39}" dt="2026-03-12T08:05:41.607" v="4288"/>
          <ac:spMkLst>
            <pc:docMk/>
            <pc:sldMk cId="1267788157" sldId="267"/>
            <ac:spMk id="10" creationId="{7FACECDA-FB71-1BBB-4F3B-DAF21A0FFBDC}"/>
          </ac:spMkLst>
        </pc:spChg>
        <pc:spChg chg="add del mod">
          <ac:chgData name="Muchammad Wildan Alkautsar" userId="360672ed2ee56274" providerId="LiveId" clId="{7C88E77C-5540-4285-929C-57217CA24F39}" dt="2026-03-12T08:05:46.778" v="4291"/>
          <ac:spMkLst>
            <pc:docMk/>
            <pc:sldMk cId="1267788157" sldId="267"/>
            <ac:spMk id="14" creationId="{D0B071A0-90DC-6817-2345-AE1B1AD7A7C3}"/>
          </ac:spMkLst>
        </pc:spChg>
        <pc:graphicFrameChg chg="add del mod">
          <ac:chgData name="Muchammad Wildan Alkautsar" userId="360672ed2ee56274" providerId="LiveId" clId="{7C88E77C-5540-4285-929C-57217CA24F39}" dt="2026-03-12T08:05:45.895" v="4289" actId="478"/>
          <ac:graphicFrameMkLst>
            <pc:docMk/>
            <pc:sldMk cId="1267788157" sldId="267"/>
            <ac:graphicFrameMk id="7" creationId="{FD826F04-9110-A70A-667B-7F8FF0D3AF70}"/>
          </ac:graphicFrameMkLst>
        </pc:graphicFrameChg>
        <pc:graphicFrameChg chg="add mod">
          <ac:chgData name="Muchammad Wildan Alkautsar" userId="360672ed2ee56274" providerId="LiveId" clId="{7C88E77C-5540-4285-929C-57217CA24F39}" dt="2026-03-12T08:05:39.547" v="4285"/>
          <ac:graphicFrameMkLst>
            <pc:docMk/>
            <pc:sldMk cId="1267788157" sldId="267"/>
            <ac:graphicFrameMk id="8" creationId="{FD826F04-9110-A70A-667B-7F8FF0D3AF70}"/>
          </ac:graphicFrameMkLst>
        </pc:graphicFrameChg>
        <pc:graphicFrameChg chg="add mod">
          <ac:chgData name="Muchammad Wildan Alkautsar" userId="360672ed2ee56274" providerId="LiveId" clId="{7C88E77C-5540-4285-929C-57217CA24F39}" dt="2026-03-12T08:05:41.607" v="4288"/>
          <ac:graphicFrameMkLst>
            <pc:docMk/>
            <pc:sldMk cId="1267788157" sldId="267"/>
            <ac:graphicFrameMk id="11" creationId="{FD826F04-9110-A70A-667B-7F8FF0D3AF70}"/>
          </ac:graphicFrameMkLst>
        </pc:graphicFrameChg>
        <pc:graphicFrameChg chg="add del mod">
          <ac:chgData name="Muchammad Wildan Alkautsar" userId="360672ed2ee56274" providerId="LiveId" clId="{7C88E77C-5540-4285-929C-57217CA24F39}" dt="2026-03-12T08:05:33.207" v="4280" actId="478"/>
          <ac:graphicFrameMkLst>
            <pc:docMk/>
            <pc:sldMk cId="1267788157" sldId="267"/>
            <ac:graphicFrameMk id="12" creationId="{D72B61C1-8D9A-F8AA-541B-DBB9D9D0DF98}"/>
          </ac:graphicFrameMkLst>
        </pc:graphicFrameChg>
        <pc:graphicFrameChg chg="add del mod">
          <ac:chgData name="Muchammad Wildan Alkautsar" userId="360672ed2ee56274" providerId="LiveId" clId="{7C88E77C-5540-4285-929C-57217CA24F39}" dt="2026-03-12T08:05:40.550" v="4286" actId="478"/>
          <ac:graphicFrameMkLst>
            <pc:docMk/>
            <pc:sldMk cId="1267788157" sldId="267"/>
            <ac:graphicFrameMk id="15" creationId="{FD826F04-9110-A70A-667B-7F8FF0D3AF70}"/>
          </ac:graphicFrameMkLst>
        </pc:graphicFrameChg>
        <pc:graphicFrameChg chg="add mod">
          <ac:chgData name="Muchammad Wildan Alkautsar" userId="360672ed2ee56274" providerId="LiveId" clId="{7C88E77C-5540-4285-929C-57217CA24F39}" dt="2026-03-12T08:05:46.778" v="4291"/>
          <ac:graphicFrameMkLst>
            <pc:docMk/>
            <pc:sldMk cId="1267788157" sldId="267"/>
            <ac:graphicFrameMk id="16" creationId="{D72B61C1-8D9A-F8AA-541B-DBB9D9D0DF98}"/>
          </ac:graphicFrameMkLst>
        </pc:graphicFrameChg>
      </pc:sldChg>
      <pc:sldChg chg="addSp delSp modSp new mod modClrScheme chgLayout">
        <pc:chgData name="Muchammad Wildan Alkautsar" userId="360672ed2ee56274" providerId="LiveId" clId="{7C88E77C-5540-4285-929C-57217CA24F39}" dt="2026-03-12T08:57:13.895" v="4408" actId="27918"/>
        <pc:sldMkLst>
          <pc:docMk/>
          <pc:sldMk cId="729810480" sldId="268"/>
        </pc:sldMkLst>
        <pc:spChg chg="mod ord">
          <ac:chgData name="Muchammad Wildan Alkautsar" userId="360672ed2ee56274" providerId="LiveId" clId="{7C88E77C-5540-4285-929C-57217CA24F39}" dt="2026-03-09T06:48:19.744" v="945" actId="700"/>
          <ac:spMkLst>
            <pc:docMk/>
            <pc:sldMk cId="729810480" sldId="268"/>
            <ac:spMk id="2" creationId="{0AFC7F58-027F-89FB-48F6-9D361612FA87}"/>
          </ac:spMkLst>
        </pc:spChg>
        <pc:spChg chg="add del mod">
          <ac:chgData name="Muchammad Wildan Alkautsar" userId="360672ed2ee56274" providerId="LiveId" clId="{7C88E77C-5540-4285-929C-57217CA24F39}" dt="2026-03-12T08:05:57.427" v="4294"/>
          <ac:spMkLst>
            <pc:docMk/>
            <pc:sldMk cId="729810480" sldId="268"/>
            <ac:spMk id="4" creationId="{1719D52C-E350-8977-3B71-9C0EE1431459}"/>
          </ac:spMkLst>
        </pc:spChg>
        <pc:spChg chg="add mod ord">
          <ac:chgData name="Muchammad Wildan Alkautsar" userId="360672ed2ee56274" providerId="LiveId" clId="{7C88E77C-5540-4285-929C-57217CA24F39}" dt="2026-03-11T02:37:20.913" v="3911" actId="27636"/>
          <ac:spMkLst>
            <pc:docMk/>
            <pc:sldMk cId="729810480" sldId="268"/>
            <ac:spMk id="6" creationId="{907D1A7F-2359-74BF-7BD2-64D47523DEC8}"/>
          </ac:spMkLst>
        </pc:spChg>
        <pc:spChg chg="add mod ord">
          <ac:chgData name="Muchammad Wildan Alkautsar" userId="360672ed2ee56274" providerId="LiveId" clId="{7C88E77C-5540-4285-929C-57217CA24F39}" dt="2026-03-11T02:37:21.993" v="3913" actId="113"/>
          <ac:spMkLst>
            <pc:docMk/>
            <pc:sldMk cId="729810480" sldId="268"/>
            <ac:spMk id="8" creationId="{661A52C5-D3B2-4A60-78C7-13B56DE8DB79}"/>
          </ac:spMkLst>
        </pc:spChg>
        <pc:spChg chg="add del mod">
          <ac:chgData name="Muchammad Wildan Alkautsar" userId="360672ed2ee56274" providerId="LiveId" clId="{7C88E77C-5540-4285-929C-57217CA24F39}" dt="2026-03-12T08:06:10.457" v="4297"/>
          <ac:spMkLst>
            <pc:docMk/>
            <pc:sldMk cId="729810480" sldId="268"/>
            <ac:spMk id="9" creationId="{0298E355-1E6E-E01C-5BB8-4F8881260B1F}"/>
          </ac:spMkLst>
        </pc:spChg>
        <pc:spChg chg="add del mod">
          <ac:chgData name="Muchammad Wildan Alkautsar" userId="360672ed2ee56274" providerId="LiveId" clId="{7C88E77C-5540-4285-929C-57217CA24F39}" dt="2026-03-12T08:06:41.850" v="4316" actId="478"/>
          <ac:spMkLst>
            <pc:docMk/>
            <pc:sldMk cId="729810480" sldId="268"/>
            <ac:spMk id="14" creationId="{C50338DB-5F1D-193B-6288-3DABBF8F8A3A}"/>
          </ac:spMkLst>
        </pc:spChg>
        <pc:spChg chg="add del mod">
          <ac:chgData name="Muchammad Wildan Alkautsar" userId="360672ed2ee56274" providerId="LiveId" clId="{7C88E77C-5540-4285-929C-57217CA24F39}" dt="2026-03-12T08:06:46.607" v="4319"/>
          <ac:spMkLst>
            <pc:docMk/>
            <pc:sldMk cId="729810480" sldId="268"/>
            <ac:spMk id="17" creationId="{A7D8F60B-D30F-8C44-D1E7-14794ED8B1EA}"/>
          </ac:spMkLst>
        </pc:spChg>
        <pc:spChg chg="add del mod">
          <ac:chgData name="Muchammad Wildan Alkautsar" userId="360672ed2ee56274" providerId="LiveId" clId="{7C88E77C-5540-4285-929C-57217CA24F39}" dt="2026-03-12T08:06:55.352" v="4322"/>
          <ac:spMkLst>
            <pc:docMk/>
            <pc:sldMk cId="729810480" sldId="268"/>
            <ac:spMk id="20" creationId="{26CEB084-2A3D-029C-3977-DAB311727C2C}"/>
          </ac:spMkLst>
        </pc:spChg>
        <pc:graphicFrameChg chg="add del mod">
          <ac:chgData name="Muchammad Wildan Alkautsar" userId="360672ed2ee56274" providerId="LiveId" clId="{7C88E77C-5540-4285-929C-57217CA24F39}" dt="2026-03-12T08:06:45.667" v="4317" actId="478"/>
          <ac:graphicFrameMkLst>
            <pc:docMk/>
            <pc:sldMk cId="729810480" sldId="268"/>
            <ac:graphicFrameMk id="5" creationId="{4C7A3366-4BC1-4AE9-B921-EE76A1DB1EA5}"/>
          </ac:graphicFrameMkLst>
        </pc:graphicFrameChg>
        <pc:graphicFrameChg chg="add del mod">
          <ac:chgData name="Muchammad Wildan Alkautsar" userId="360672ed2ee56274" providerId="LiveId" clId="{7C88E77C-5540-4285-929C-57217CA24F39}" dt="2026-03-12T08:05:56.471" v="4292" actId="478"/>
          <ac:graphicFrameMkLst>
            <pc:docMk/>
            <pc:sldMk cId="729810480" sldId="268"/>
            <ac:graphicFrameMk id="10" creationId="{F45F7C1E-D4E5-6402-A175-A942C5FFC692}"/>
          </ac:graphicFrameMkLst>
        </pc:graphicFrameChg>
        <pc:graphicFrameChg chg="add del mod">
          <ac:chgData name="Muchammad Wildan Alkautsar" userId="360672ed2ee56274" providerId="LiveId" clId="{7C88E77C-5540-4285-929C-57217CA24F39}" dt="2026-03-12T08:06:09.508" v="4295" actId="478"/>
          <ac:graphicFrameMkLst>
            <pc:docMk/>
            <pc:sldMk cId="729810480" sldId="268"/>
            <ac:graphicFrameMk id="11" creationId="{A391DBBA-8025-19B7-89A7-5C37EDEFAED4}"/>
          </ac:graphicFrameMkLst>
        </pc:graphicFrameChg>
        <pc:graphicFrameChg chg="add del mod">
          <ac:chgData name="Muchammad Wildan Alkautsar" userId="360672ed2ee56274" providerId="LiveId" clId="{7C88E77C-5540-4285-929C-57217CA24F39}" dt="2026-03-12T08:06:54.527" v="4320" actId="478"/>
          <ac:graphicFrameMkLst>
            <pc:docMk/>
            <pc:sldMk cId="729810480" sldId="268"/>
            <ac:graphicFrameMk id="12" creationId="{A391DBBA-8025-19B7-89A7-5C37EDEFAED4}"/>
          </ac:graphicFrameMkLst>
        </pc:graphicFrameChg>
        <pc:graphicFrameChg chg="add mod">
          <ac:chgData name="Muchammad Wildan Alkautsar" userId="360672ed2ee56274" providerId="LiveId" clId="{7C88E77C-5540-4285-929C-57217CA24F39}" dt="2026-03-12T08:06:40.188" v="4315"/>
          <ac:graphicFrameMkLst>
            <pc:docMk/>
            <pc:sldMk cId="729810480" sldId="268"/>
            <ac:graphicFrameMk id="15" creationId="{A391DBBA-8025-19B7-89A7-5C37EDEFAED4}"/>
          </ac:graphicFrameMkLst>
        </pc:graphicFrameChg>
        <pc:graphicFrameChg chg="add mod">
          <ac:chgData name="Muchammad Wildan Alkautsar" userId="360672ed2ee56274" providerId="LiveId" clId="{7C88E77C-5540-4285-929C-57217CA24F39}" dt="2026-03-12T08:06:46.607" v="4319"/>
          <ac:graphicFrameMkLst>
            <pc:docMk/>
            <pc:sldMk cId="729810480" sldId="268"/>
            <ac:graphicFrameMk id="18" creationId="{4C7A3366-4BC1-4AE9-B921-EE76A1DB1EA5}"/>
          </ac:graphicFrameMkLst>
        </pc:graphicFrameChg>
        <pc:graphicFrameChg chg="add mod">
          <ac:chgData name="Muchammad Wildan Alkautsar" userId="360672ed2ee56274" providerId="LiveId" clId="{7C88E77C-5540-4285-929C-57217CA24F39}" dt="2026-03-12T08:06:55.352" v="4322"/>
          <ac:graphicFrameMkLst>
            <pc:docMk/>
            <pc:sldMk cId="729810480" sldId="268"/>
            <ac:graphicFrameMk id="21" creationId="{A391DBBA-8025-19B7-89A7-5C37EDEFAED4}"/>
          </ac:graphicFrameMkLst>
        </pc:graphicFrameChg>
      </pc:sldChg>
      <pc:sldChg chg="addSp delSp modSp new add del mod">
        <pc:chgData name="Muchammad Wildan Alkautsar" userId="360672ed2ee56274" providerId="LiveId" clId="{7C88E77C-5540-4285-929C-57217CA24F39}" dt="2026-03-12T08:56:45.468" v="4401" actId="27918"/>
        <pc:sldMkLst>
          <pc:docMk/>
          <pc:sldMk cId="3729522306" sldId="269"/>
        </pc:sldMkLst>
        <pc:spChg chg="mod">
          <ac:chgData name="Muchammad Wildan Alkautsar" userId="360672ed2ee56274" providerId="LiveId" clId="{7C88E77C-5540-4285-929C-57217CA24F39}" dt="2026-03-11T02:27:05.907" v="3782" actId="113"/>
          <ac:spMkLst>
            <pc:docMk/>
            <pc:sldMk cId="3729522306" sldId="269"/>
            <ac:spMk id="4" creationId="{717580A9-FCFD-8A0A-7DA6-AAF88718BCCD}"/>
          </ac:spMkLst>
        </pc:spChg>
        <pc:spChg chg="add del mod">
          <ac:chgData name="Muchammad Wildan Alkautsar" userId="360672ed2ee56274" providerId="LiveId" clId="{7C88E77C-5540-4285-929C-57217CA24F39}" dt="2026-03-12T07:55:38.585" v="4182"/>
          <ac:spMkLst>
            <pc:docMk/>
            <pc:sldMk cId="3729522306" sldId="269"/>
            <ac:spMk id="5" creationId="{033240EA-F1CA-062E-8935-F91A0DF8DE56}"/>
          </ac:spMkLst>
        </pc:spChg>
        <pc:graphicFrameChg chg="add del mod">
          <ac:chgData name="Muchammad Wildan Alkautsar" userId="360672ed2ee56274" providerId="LiveId" clId="{7C88E77C-5540-4285-929C-57217CA24F39}" dt="2026-03-12T07:55:37.029" v="4180" actId="478"/>
          <ac:graphicFrameMkLst>
            <pc:docMk/>
            <pc:sldMk cId="3729522306" sldId="269"/>
            <ac:graphicFrameMk id="6" creationId="{4B1F2374-F90F-F7FB-E477-4ABBF0FB56D6}"/>
          </ac:graphicFrameMkLst>
        </pc:graphicFrameChg>
        <pc:graphicFrameChg chg="add mod">
          <ac:chgData name="Muchammad Wildan Alkautsar" userId="360672ed2ee56274" providerId="LiveId" clId="{7C88E77C-5540-4285-929C-57217CA24F39}" dt="2026-03-12T07:55:38.585" v="4182"/>
          <ac:graphicFrameMkLst>
            <pc:docMk/>
            <pc:sldMk cId="3729522306" sldId="269"/>
            <ac:graphicFrameMk id="7" creationId="{0FDF0860-19D8-48DC-8AD1-CCE405F5C37C}"/>
          </ac:graphicFrameMkLst>
        </pc:graphicFrameChg>
      </pc:sldChg>
      <pc:sldChg chg="addSp delSp modSp new mod modClrScheme chgLayout">
        <pc:chgData name="Muchammad Wildan Alkautsar" userId="360672ed2ee56274" providerId="LiveId" clId="{7C88E77C-5540-4285-929C-57217CA24F39}" dt="2026-03-11T02:36:42.804" v="3901" actId="113"/>
        <pc:sldMkLst>
          <pc:docMk/>
          <pc:sldMk cId="271375994" sldId="270"/>
        </pc:sldMkLst>
        <pc:spChg chg="add mod ord">
          <ac:chgData name="Muchammad Wildan Alkautsar" userId="360672ed2ee56274" providerId="LiveId" clId="{7C88E77C-5540-4285-929C-57217CA24F39}" dt="2026-03-10T22:49:36.201" v="1924" actId="700"/>
          <ac:spMkLst>
            <pc:docMk/>
            <pc:sldMk cId="271375994" sldId="270"/>
            <ac:spMk id="10" creationId="{F56868BF-B667-55C0-5062-874F15E5841D}"/>
          </ac:spMkLst>
        </pc:spChg>
        <pc:spChg chg="add mod ord">
          <ac:chgData name="Muchammad Wildan Alkautsar" userId="360672ed2ee56274" providerId="LiveId" clId="{7C88E77C-5540-4285-929C-57217CA24F39}" dt="2026-03-11T02:36:41.433" v="3899" actId="27636"/>
          <ac:spMkLst>
            <pc:docMk/>
            <pc:sldMk cId="271375994" sldId="270"/>
            <ac:spMk id="11" creationId="{D4069D79-E6AC-35C7-E206-A9246909EE52}"/>
          </ac:spMkLst>
        </pc:spChg>
        <pc:spChg chg="add mod ord">
          <ac:chgData name="Muchammad Wildan Alkautsar" userId="360672ed2ee56274" providerId="LiveId" clId="{7C88E77C-5540-4285-929C-57217CA24F39}" dt="2026-03-10T22:49:36.201" v="1924" actId="700"/>
          <ac:spMkLst>
            <pc:docMk/>
            <pc:sldMk cId="271375994" sldId="270"/>
            <ac:spMk id="12" creationId="{16F6CD63-D39E-5BB8-4A78-312C42105769}"/>
          </ac:spMkLst>
        </pc:spChg>
        <pc:spChg chg="add mod ord">
          <ac:chgData name="Muchammad Wildan Alkautsar" userId="360672ed2ee56274" providerId="LiveId" clId="{7C88E77C-5540-4285-929C-57217CA24F39}" dt="2026-03-11T02:36:42.804" v="3901" actId="113"/>
          <ac:spMkLst>
            <pc:docMk/>
            <pc:sldMk cId="271375994" sldId="270"/>
            <ac:spMk id="13" creationId="{7048F58A-BF52-BC46-01F1-8FCAE27E705F}"/>
          </ac:spMkLst>
        </pc:spChg>
        <pc:spChg chg="add mod ord">
          <ac:chgData name="Muchammad Wildan Alkautsar" userId="360672ed2ee56274" providerId="LiveId" clId="{7C88E77C-5540-4285-929C-57217CA24F39}" dt="2026-03-10T22:49:36.201" v="1924" actId="700"/>
          <ac:spMkLst>
            <pc:docMk/>
            <pc:sldMk cId="271375994" sldId="270"/>
            <ac:spMk id="14" creationId="{00615154-D04F-5804-26E2-8D6CEE749887}"/>
          </ac:spMkLst>
        </pc:spChg>
        <pc:graphicFrameChg chg="add mod modGraphic">
          <ac:chgData name="Muchammad Wildan Alkautsar" userId="360672ed2ee56274" providerId="LiveId" clId="{7C88E77C-5540-4285-929C-57217CA24F39}" dt="2026-03-10T22:51:36.339" v="1949"/>
          <ac:graphicFrameMkLst>
            <pc:docMk/>
            <pc:sldMk cId="271375994" sldId="270"/>
            <ac:graphicFrameMk id="21" creationId="{A0D420A1-8A1B-FF5F-4285-0799956B7A39}"/>
          </ac:graphicFrameMkLst>
        </pc:graphicFrameChg>
        <pc:graphicFrameChg chg="add mod modGraphic">
          <ac:chgData name="Muchammad Wildan Alkautsar" userId="360672ed2ee56274" providerId="LiveId" clId="{7C88E77C-5540-4285-929C-57217CA24F39}" dt="2026-03-10T22:52:03.623" v="1951"/>
          <ac:graphicFrameMkLst>
            <pc:docMk/>
            <pc:sldMk cId="271375994" sldId="270"/>
            <ac:graphicFrameMk id="24" creationId="{AD15A3FE-432A-A2AC-BD19-C1C6182993C8}"/>
          </ac:graphicFrameMkLst>
        </pc:graphicFrameChg>
      </pc:sldChg>
      <pc:sldChg chg="addSp delSp modSp new mod modClrScheme chgLayout">
        <pc:chgData name="Muchammad Wildan Alkautsar" userId="360672ed2ee56274" providerId="LiveId" clId="{7C88E77C-5540-4285-929C-57217CA24F39}" dt="2026-03-12T09:20:07.927" v="4478" actId="27636"/>
        <pc:sldMkLst>
          <pc:docMk/>
          <pc:sldMk cId="1293031353" sldId="271"/>
        </pc:sldMkLst>
        <pc:spChg chg="del mod ord">
          <ac:chgData name="Muchammad Wildan Alkautsar" userId="360672ed2ee56274" providerId="LiveId" clId="{7C88E77C-5540-4285-929C-57217CA24F39}" dt="2026-03-12T09:05:20.453" v="4410" actId="700"/>
          <ac:spMkLst>
            <pc:docMk/>
            <pc:sldMk cId="1293031353" sldId="271"/>
            <ac:spMk id="2" creationId="{6B025AE1-7C47-D7F8-08CA-689250400D37}"/>
          </ac:spMkLst>
        </pc:spChg>
        <pc:spChg chg="del">
          <ac:chgData name="Muchammad Wildan Alkautsar" userId="360672ed2ee56274" providerId="LiveId" clId="{7C88E77C-5540-4285-929C-57217CA24F39}" dt="2026-03-12T09:05:20.453" v="4410" actId="700"/>
          <ac:spMkLst>
            <pc:docMk/>
            <pc:sldMk cId="1293031353" sldId="271"/>
            <ac:spMk id="3" creationId="{464E1779-54C0-AC47-0FDE-C5CBBF43682F}"/>
          </ac:spMkLst>
        </pc:spChg>
        <pc:spChg chg="del mod ord">
          <ac:chgData name="Muchammad Wildan Alkautsar" userId="360672ed2ee56274" providerId="LiveId" clId="{7C88E77C-5540-4285-929C-57217CA24F39}" dt="2026-03-12T09:05:20.453" v="4410" actId="700"/>
          <ac:spMkLst>
            <pc:docMk/>
            <pc:sldMk cId="1293031353" sldId="271"/>
            <ac:spMk id="4" creationId="{ECDBB180-EBA6-8F4B-6B57-0BBB1B07FD8B}"/>
          </ac:spMkLst>
        </pc:spChg>
        <pc:spChg chg="del">
          <ac:chgData name="Muchammad Wildan Alkautsar" userId="360672ed2ee56274" providerId="LiveId" clId="{7C88E77C-5540-4285-929C-57217CA24F39}" dt="2026-03-12T09:05:20.453" v="4410" actId="700"/>
          <ac:spMkLst>
            <pc:docMk/>
            <pc:sldMk cId="1293031353" sldId="271"/>
            <ac:spMk id="5" creationId="{869597FC-D52C-4444-403B-7A4C83E68E2F}"/>
          </ac:spMkLst>
        </pc:spChg>
        <pc:spChg chg="del">
          <ac:chgData name="Muchammad Wildan Alkautsar" userId="360672ed2ee56274" providerId="LiveId" clId="{7C88E77C-5540-4285-929C-57217CA24F39}" dt="2026-03-12T09:05:20.453" v="4410" actId="700"/>
          <ac:spMkLst>
            <pc:docMk/>
            <pc:sldMk cId="1293031353" sldId="271"/>
            <ac:spMk id="6" creationId="{C8D908FA-4A9E-24CF-5AC9-5FD08E386A8C}"/>
          </ac:spMkLst>
        </pc:spChg>
        <pc:spChg chg="add mod ord">
          <ac:chgData name="Muchammad Wildan Alkautsar" userId="360672ed2ee56274" providerId="LiveId" clId="{7C88E77C-5540-4285-929C-57217CA24F39}" dt="2026-03-12T09:18:52.734" v="4454" actId="113"/>
          <ac:spMkLst>
            <pc:docMk/>
            <pc:sldMk cId="1293031353" sldId="271"/>
            <ac:spMk id="7" creationId="{3E7FE706-6A4A-EA67-FD97-588046C5A3DF}"/>
          </ac:spMkLst>
        </pc:spChg>
        <pc:spChg chg="add mod ord">
          <ac:chgData name="Muchammad Wildan Alkautsar" userId="360672ed2ee56274" providerId="LiveId" clId="{7C88E77C-5540-4285-929C-57217CA24F39}" dt="2026-03-12T09:20:07.927" v="4478" actId="27636"/>
          <ac:spMkLst>
            <pc:docMk/>
            <pc:sldMk cId="1293031353" sldId="271"/>
            <ac:spMk id="8" creationId="{B614BE18-8333-377B-4D9A-FAD1EC9D77D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https://d.docs.live.net/360672ed2ee56274/Dokumen/Starbuck%20Analyze/Worksheet.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360672ed2ee56274/Dokumen/Starbuck%20Analyze/Worksheet.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[Worksheet.xlsx]pivot_table!PivotTable6</c:name>
    <c:fmtId val="4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D" b="1"/>
              <a:t>Order Channel </a:t>
            </a:r>
            <a:r>
              <a:rPr lang="en-ID" b="1" baseline="0"/>
              <a:t>by date</a:t>
            </a:r>
            <a:endParaRPr lang="en-ID"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D"/>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no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1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1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14"/>
        <c:spPr>
          <a:solidFill>
            <a:schemeClr val="accent1"/>
          </a:solidFill>
          <a:ln w="28575" cap="rnd">
            <a:solidFill>
              <a:schemeClr val="accent1"/>
            </a:solidFill>
            <a:round/>
          </a:ln>
          <a:effectLst/>
        </c:spPr>
        <c:marker>
          <c:symbol val="circle"/>
          <c:size val="5"/>
          <c:spPr>
            <a:noFill/>
            <a:ln w="9525">
              <a:solidFill>
                <a:schemeClr val="accent1"/>
              </a:solidFill>
            </a:ln>
            <a:effectLst/>
          </c:spPr>
        </c:marker>
      </c:pivotFmt>
      <c:pivotFmt>
        <c:idx val="1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dLblPos val="t"/>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dLblPos val="t"/>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dLblPos val="t"/>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2"/>
        <c:spPr>
          <a:solidFill>
            <a:schemeClr val="accent1"/>
          </a:solidFill>
          <a:ln w="28575" cap="rnd">
            <a:solidFill>
              <a:schemeClr val="accent1"/>
            </a:solidFill>
            <a:round/>
          </a:ln>
          <a:effectLst/>
        </c:spPr>
        <c:marker>
          <c:symbol val="circle"/>
          <c:size val="5"/>
          <c:spPr>
            <a:noFill/>
            <a:ln w="9525">
              <a:solidFill>
                <a:schemeClr val="accent1"/>
              </a:solidFill>
            </a:ln>
            <a:effectLst/>
          </c:spPr>
        </c:marker>
      </c:pivotFmt>
      <c:pivotFmt>
        <c:idx val="2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7"/>
        <c:spPr>
          <a:solidFill>
            <a:schemeClr val="accent1"/>
          </a:solidFill>
          <a:ln w="28575" cap="rnd">
            <a:solidFill>
              <a:schemeClr val="accent1"/>
            </a:solidFill>
            <a:round/>
          </a:ln>
          <a:effectLst/>
        </c:spPr>
        <c:marker>
          <c:symbol val="circle"/>
          <c:size val="5"/>
          <c:spPr>
            <a:noFill/>
            <a:ln w="9525">
              <a:solidFill>
                <a:schemeClr val="accent1"/>
              </a:solidFill>
            </a:ln>
            <a:effectLst/>
          </c:spPr>
        </c:marker>
      </c:pivotFmt>
    </c:pivotFmts>
    <c:plotArea>
      <c:layout/>
      <c:lineChart>
        <c:grouping val="stacked"/>
        <c:varyColors val="0"/>
        <c:ser>
          <c:idx val="0"/>
          <c:order val="0"/>
          <c:tx>
            <c:strRef>
              <c:f>pivot_table!$B$31:$B$32</c:f>
              <c:strCache>
                <c:ptCount val="1"/>
                <c:pt idx="0">
                  <c:v>Mobile App</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1"/>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0-57AB-46F0-936B-4AEC507EEBA9}"/>
              </c:ext>
            </c:extLst>
          </c:dPt>
          <c:dPt>
            <c:idx val="9"/>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1-57AB-46F0-936B-4AEC507EEBA9}"/>
              </c:ext>
            </c:extLst>
          </c:dPt>
          <c:dPt>
            <c:idx val="12"/>
            <c:marker>
              <c:symbol val="circle"/>
              <c:size val="5"/>
              <c:spPr>
                <a:solidFill>
                  <a:schemeClr val="accent1"/>
                </a:solidFill>
                <a:ln w="9525">
                  <a:solidFill>
                    <a:schemeClr val="accent1"/>
                  </a:solidFill>
                </a:ln>
                <a:effectLst/>
              </c:spPr>
            </c:marker>
            <c:bubble3D val="0"/>
            <c:spPr>
              <a:ln w="28575" cap="rnd">
                <a:noFill/>
                <a:round/>
              </a:ln>
              <a:effectLst/>
            </c:spPr>
            <c:extLst>
              <c:ext xmlns:c16="http://schemas.microsoft.com/office/drawing/2014/chart" uri="{C3380CC4-5D6E-409C-BE32-E72D297353CC}">
                <c16:uniqueId val="{00000006-57AB-46F0-936B-4AEC507EEBA9}"/>
              </c:ext>
            </c:extLst>
          </c:dPt>
          <c:dPt>
            <c:idx val="15"/>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2-57AB-46F0-936B-4AEC507EEBA9}"/>
              </c:ext>
            </c:extLst>
          </c:dPt>
          <c:dPt>
            <c:idx val="18"/>
            <c:marker>
              <c:symbol val="circle"/>
              <c:size val="5"/>
              <c:spPr>
                <a:noFill/>
                <a:ln w="9525">
                  <a:solidFill>
                    <a:schemeClr val="accent1"/>
                  </a:solidFill>
                </a:ln>
                <a:effectLst/>
              </c:spPr>
            </c:marker>
            <c:bubble3D val="0"/>
            <c:extLst>
              <c:ext xmlns:c16="http://schemas.microsoft.com/office/drawing/2014/chart" uri="{C3380CC4-5D6E-409C-BE32-E72D297353CC}">
                <c16:uniqueId val="{00000003-57AB-46F0-936B-4AEC507EEBA9}"/>
              </c:ext>
            </c:extLst>
          </c:dPt>
          <c:dLbls>
            <c:dLbl>
              <c:idx val="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7AB-46F0-936B-4AEC507EEBA9}"/>
                </c:ext>
              </c:extLst>
            </c:dLbl>
            <c:dLbl>
              <c:idx val="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7AB-46F0-936B-4AEC507EEBA9}"/>
                </c:ext>
              </c:extLst>
            </c:dLbl>
            <c:dLbl>
              <c:idx val="1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7AB-46F0-936B-4AEC507EEBA9}"/>
                </c:ext>
              </c:extLst>
            </c:dLbl>
            <c:dLbl>
              <c:idx val="18"/>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7AB-46F0-936B-4AEC507EEBA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pivot_table!$A$33:$A$58</c:f>
              <c:multiLvlStrCache>
                <c:ptCount val="24"/>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lvl>
                <c:lvl>
                  <c:pt idx="0">
                    <c:v>2024</c:v>
                  </c:pt>
                  <c:pt idx="12">
                    <c:v>2025</c:v>
                  </c:pt>
                </c:lvl>
              </c:multiLvlStrCache>
            </c:multiLvlStrRef>
          </c:cat>
          <c:val>
            <c:numRef>
              <c:f>pivot_table!$B$33:$B$58</c:f>
              <c:numCache>
                <c:formatCode>General</c:formatCode>
                <c:ptCount val="24"/>
                <c:pt idx="0">
                  <c:v>1766</c:v>
                </c:pt>
                <c:pt idx="1">
                  <c:v>1714</c:v>
                </c:pt>
                <c:pt idx="2">
                  <c:v>1779</c:v>
                </c:pt>
                <c:pt idx="3">
                  <c:v>1751</c:v>
                </c:pt>
                <c:pt idx="4">
                  <c:v>1770</c:v>
                </c:pt>
                <c:pt idx="5">
                  <c:v>1818</c:v>
                </c:pt>
                <c:pt idx="6">
                  <c:v>1777</c:v>
                </c:pt>
                <c:pt idx="7">
                  <c:v>1800</c:v>
                </c:pt>
                <c:pt idx="8">
                  <c:v>1746</c:v>
                </c:pt>
                <c:pt idx="9">
                  <c:v>1841</c:v>
                </c:pt>
                <c:pt idx="10">
                  <c:v>1727</c:v>
                </c:pt>
                <c:pt idx="11">
                  <c:v>1825</c:v>
                </c:pt>
                <c:pt idx="12">
                  <c:v>1843</c:v>
                </c:pt>
                <c:pt idx="13">
                  <c:v>1687</c:v>
                </c:pt>
                <c:pt idx="14">
                  <c:v>1811</c:v>
                </c:pt>
                <c:pt idx="15">
                  <c:v>1650</c:v>
                </c:pt>
                <c:pt idx="16">
                  <c:v>1716</c:v>
                </c:pt>
                <c:pt idx="17">
                  <c:v>1747</c:v>
                </c:pt>
                <c:pt idx="18">
                  <c:v>1868</c:v>
                </c:pt>
                <c:pt idx="19">
                  <c:v>1787</c:v>
                </c:pt>
                <c:pt idx="20">
                  <c:v>1740</c:v>
                </c:pt>
                <c:pt idx="21">
                  <c:v>1834</c:v>
                </c:pt>
                <c:pt idx="22">
                  <c:v>1775</c:v>
                </c:pt>
                <c:pt idx="23">
                  <c:v>1749</c:v>
                </c:pt>
              </c:numCache>
            </c:numRef>
          </c:val>
          <c:smooth val="0"/>
          <c:extLst>
            <c:ext xmlns:c16="http://schemas.microsoft.com/office/drawing/2014/chart" uri="{C3380CC4-5D6E-409C-BE32-E72D297353CC}">
              <c16:uniqueId val="{00000004-57AB-46F0-936B-4AEC507EEBA9}"/>
            </c:ext>
          </c:extLst>
        </c:ser>
        <c:dLbls>
          <c:showLegendKey val="0"/>
          <c:showVal val="0"/>
          <c:showCatName val="0"/>
          <c:showSerName val="0"/>
          <c:showPercent val="0"/>
          <c:showBubbleSize val="0"/>
        </c:dLbls>
        <c:marker val="1"/>
        <c:smooth val="0"/>
        <c:axId val="2000219855"/>
        <c:axId val="2000220335"/>
      </c:lineChart>
      <c:catAx>
        <c:axId val="2000219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0220335"/>
        <c:crosses val="autoZero"/>
        <c:auto val="1"/>
        <c:lblAlgn val="ctr"/>
        <c:lblOffset val="100"/>
        <c:noMultiLvlLbl val="0"/>
      </c:catAx>
      <c:valAx>
        <c:axId val="200022033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0219855"/>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[Worksheet.xlsx]pivot_table!PivotTable5</c:name>
    <c:fmtId val="3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D" b="1"/>
              <a:t>Order channel by Location</a:t>
            </a:r>
          </a:p>
        </c:rich>
      </c:tx>
      <c:overlay val="0"/>
      <c:spPr>
        <a:noFill/>
        <a:ln>
          <a:noFill/>
        </a:ln>
        <a:effectLst/>
      </c:sp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pivotFmt>
      <c:pivotFmt>
        <c:idx val="10"/>
        <c:spPr>
          <a:solidFill>
            <a:schemeClr val="accent6"/>
          </a:solidFill>
          <a:ln>
            <a:noFill/>
          </a:ln>
          <a:effectLst/>
        </c:spPr>
      </c:pivotFmt>
      <c:pivotFmt>
        <c:idx val="11"/>
        <c:spPr>
          <a:solidFill>
            <a:schemeClr val="accent6"/>
          </a:solidFill>
          <a:ln>
            <a:noFill/>
          </a:ln>
          <a:effectLst/>
        </c:spPr>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6"/>
          </a:solidFill>
          <a:ln>
            <a:noFill/>
          </a:ln>
          <a:effectLst/>
        </c:spPr>
      </c:pivotFmt>
      <c:pivotFmt>
        <c:idx val="14"/>
        <c:spPr>
          <a:solidFill>
            <a:schemeClr val="accent6"/>
          </a:solidFill>
          <a:ln>
            <a:noFill/>
          </a:ln>
          <a:effectLst/>
        </c:spPr>
      </c:pivotFmt>
      <c:pivotFmt>
        <c:idx val="15"/>
        <c:spPr>
          <a:solidFill>
            <a:schemeClr val="accent6"/>
          </a:solidFill>
          <a:ln>
            <a:noFill/>
          </a:ln>
          <a:effectLst/>
        </c:spPr>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6"/>
          </a:solidFill>
          <a:ln>
            <a:noFill/>
          </a:ln>
          <a:effectLst/>
        </c:spPr>
      </c:pivotFmt>
      <c:pivotFmt>
        <c:idx val="18"/>
        <c:spPr>
          <a:solidFill>
            <a:schemeClr val="accent6"/>
          </a:solidFill>
          <a:ln>
            <a:noFill/>
          </a:ln>
          <a:effectLst/>
        </c:spPr>
      </c:pivotFmt>
      <c:pivotFmt>
        <c:idx val="19"/>
        <c:spPr>
          <a:solidFill>
            <a:schemeClr val="accent6"/>
          </a:solidFill>
          <a:ln>
            <a:noFill/>
          </a:ln>
          <a:effectLst/>
        </c:spPr>
      </c:pivotFmt>
    </c:pivotFmts>
    <c:plotArea>
      <c:layout/>
      <c:barChart>
        <c:barDir val="col"/>
        <c:grouping val="clustered"/>
        <c:varyColors val="0"/>
        <c:ser>
          <c:idx val="0"/>
          <c:order val="0"/>
          <c:tx>
            <c:strRef>
              <c:f>pivot_table!$B$20:$B$21</c:f>
              <c:strCache>
                <c:ptCount val="1"/>
                <c:pt idx="0">
                  <c:v>Mobile App</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11F8-4DA5-B379-D6D24E37D475}"/>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11F8-4DA5-B379-D6D24E37D475}"/>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11F8-4DA5-B379-D6D24E37D47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pivot_table!$A$22:$A$26</c:f>
              <c:strCache>
                <c:ptCount val="5"/>
                <c:pt idx="0">
                  <c:v>West</c:v>
                </c:pt>
                <c:pt idx="1">
                  <c:v>Southeast</c:v>
                </c:pt>
                <c:pt idx="2">
                  <c:v>Southwest</c:v>
                </c:pt>
                <c:pt idx="3">
                  <c:v>Midwest</c:v>
                </c:pt>
                <c:pt idx="4">
                  <c:v>Northeast</c:v>
                </c:pt>
              </c:strCache>
            </c:strRef>
          </c:cat>
          <c:val>
            <c:numRef>
              <c:f>pivot_table!$B$22:$B$26</c:f>
              <c:numCache>
                <c:formatCode>General</c:formatCode>
                <c:ptCount val="5"/>
                <c:pt idx="0">
                  <c:v>6968</c:v>
                </c:pt>
                <c:pt idx="1">
                  <c:v>6420</c:v>
                </c:pt>
                <c:pt idx="2">
                  <c:v>6304</c:v>
                </c:pt>
                <c:pt idx="3">
                  <c:v>6180</c:v>
                </c:pt>
                <c:pt idx="4">
                  <c:v>5823</c:v>
                </c:pt>
              </c:numCache>
            </c:numRef>
          </c:val>
          <c:extLst>
            <c:ext xmlns:c16="http://schemas.microsoft.com/office/drawing/2014/chart" uri="{C3380CC4-5D6E-409C-BE32-E72D297353CC}">
              <c16:uniqueId val="{00000006-11F8-4DA5-B379-D6D24E37D475}"/>
            </c:ext>
          </c:extLst>
        </c:ser>
        <c:dLbls>
          <c:dLblPos val="outEnd"/>
          <c:showLegendKey val="0"/>
          <c:showVal val="1"/>
          <c:showCatName val="0"/>
          <c:showSerName val="0"/>
          <c:showPercent val="0"/>
          <c:showBubbleSize val="0"/>
        </c:dLbls>
        <c:gapWidth val="25"/>
        <c:overlap val="25"/>
        <c:axId val="39708927"/>
        <c:axId val="39703647"/>
      </c:barChart>
      <c:catAx>
        <c:axId val="39708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703647"/>
        <c:crosses val="autoZero"/>
        <c:auto val="1"/>
        <c:lblAlgn val="ctr"/>
        <c:lblOffset val="100"/>
        <c:noMultiLvlLbl val="0"/>
      </c:catAx>
      <c:valAx>
        <c:axId val="3970364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708927"/>
        <c:crosses val="autoZero"/>
        <c:crossBetween val="between"/>
      </c:valAx>
    </c:plotArea>
    <c:plotVisOnly val="1"/>
    <c:dispBlanksAs val="gap"/>
    <c:showDLblsOverMax val="0"/>
    <c:extLst/>
  </c:chart>
  <c:spPr>
    <a:ln>
      <a:noFill/>
    </a:ln>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[Worksheet.xlsx]pivot_table!PivotTable4</c:name>
    <c:fmtId val="3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D" b="1"/>
              <a:t>Order</a:t>
            </a:r>
            <a:r>
              <a:rPr lang="en-ID" b="1" baseline="0"/>
              <a:t> Channel by Age</a:t>
            </a:r>
            <a:endParaRPr lang="en-ID"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D"/>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pivotFmt>
      <c:pivotFmt>
        <c:idx val="7"/>
        <c:spPr>
          <a:solidFill>
            <a:schemeClr val="accent6"/>
          </a:solidFill>
          <a:ln>
            <a:noFill/>
          </a:ln>
          <a:effectLst/>
        </c:spPr>
      </c:pivotFmt>
      <c:pivotFmt>
        <c:idx val="8"/>
        <c:spPr>
          <a:solidFill>
            <a:schemeClr val="accent6"/>
          </a:solidFill>
          <a:ln>
            <a:noFill/>
          </a:ln>
          <a:effectLst/>
        </c:spPr>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solidFill>
          <a:ln>
            <a:noFill/>
          </a:ln>
          <a:effectLst/>
        </c:spPr>
      </c:pivotFmt>
      <c:pivotFmt>
        <c:idx val="11"/>
        <c:spPr>
          <a:solidFill>
            <a:schemeClr val="accent6"/>
          </a:solidFill>
          <a:ln>
            <a:noFill/>
          </a:ln>
          <a:effectLst/>
        </c:spPr>
      </c:pivotFmt>
      <c:pivotFmt>
        <c:idx val="12"/>
        <c:spPr>
          <a:solidFill>
            <a:schemeClr val="accent6"/>
          </a:solidFill>
          <a:ln>
            <a:noFill/>
          </a:ln>
          <a:effectLst/>
        </c:spPr>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6"/>
          </a:solidFill>
          <a:ln>
            <a:noFill/>
          </a:ln>
          <a:effectLst/>
        </c:spPr>
      </c:pivotFmt>
      <c:pivotFmt>
        <c:idx val="15"/>
        <c:spPr>
          <a:solidFill>
            <a:schemeClr val="accent6"/>
          </a:solidFill>
          <a:ln>
            <a:noFill/>
          </a:ln>
          <a:effectLst/>
        </c:spPr>
      </c:pivotFmt>
      <c:pivotFmt>
        <c:idx val="16"/>
        <c:spPr>
          <a:solidFill>
            <a:schemeClr val="accent6"/>
          </a:solidFill>
          <a:ln>
            <a:noFill/>
          </a:ln>
          <a:effectLst/>
        </c:spPr>
      </c:pivotFmt>
    </c:pivotFmts>
    <c:plotArea>
      <c:layout/>
      <c:barChart>
        <c:barDir val="col"/>
        <c:grouping val="clustered"/>
        <c:varyColors val="0"/>
        <c:ser>
          <c:idx val="0"/>
          <c:order val="0"/>
          <c:tx>
            <c:strRef>
              <c:f>pivot_table!$B$12:$B$13</c:f>
              <c:strCache>
                <c:ptCount val="1"/>
                <c:pt idx="0">
                  <c:v>Mobile App</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B4E9-4587-A22A-FE68B5EFAD8C}"/>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B4E9-4587-A22A-FE68B5EFAD8C}"/>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B4E9-4587-A22A-FE68B5EFAD8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pivot_table!$A$14:$A$18</c:f>
              <c:strCache>
                <c:ptCount val="5"/>
                <c:pt idx="0">
                  <c:v>18-24</c:v>
                </c:pt>
                <c:pt idx="1">
                  <c:v>25-34</c:v>
                </c:pt>
                <c:pt idx="2">
                  <c:v>35-44</c:v>
                </c:pt>
                <c:pt idx="3">
                  <c:v>45-54</c:v>
                </c:pt>
                <c:pt idx="4">
                  <c:v>55+</c:v>
                </c:pt>
              </c:strCache>
            </c:strRef>
          </c:cat>
          <c:val>
            <c:numRef>
              <c:f>pivot_table!$B$14:$B$18</c:f>
              <c:numCache>
                <c:formatCode>General</c:formatCode>
                <c:ptCount val="5"/>
                <c:pt idx="0">
                  <c:v>2976</c:v>
                </c:pt>
                <c:pt idx="1">
                  <c:v>4387</c:v>
                </c:pt>
                <c:pt idx="2">
                  <c:v>3355</c:v>
                </c:pt>
                <c:pt idx="3">
                  <c:v>2076</c:v>
                </c:pt>
                <c:pt idx="4">
                  <c:v>726</c:v>
                </c:pt>
              </c:numCache>
            </c:numRef>
          </c:val>
          <c:extLst>
            <c:ext xmlns:c16="http://schemas.microsoft.com/office/drawing/2014/chart" uri="{C3380CC4-5D6E-409C-BE32-E72D297353CC}">
              <c16:uniqueId val="{00000006-B4E9-4587-A22A-FE68B5EFAD8C}"/>
            </c:ext>
          </c:extLst>
        </c:ser>
        <c:dLbls>
          <c:dLblPos val="outEnd"/>
          <c:showLegendKey val="0"/>
          <c:showVal val="1"/>
          <c:showCatName val="0"/>
          <c:showSerName val="0"/>
          <c:showPercent val="0"/>
          <c:showBubbleSize val="0"/>
        </c:dLbls>
        <c:gapWidth val="25"/>
        <c:overlap val="25"/>
        <c:axId val="234318687"/>
        <c:axId val="234319167"/>
      </c:barChart>
      <c:catAx>
        <c:axId val="2343186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4319167"/>
        <c:crosses val="autoZero"/>
        <c:auto val="1"/>
        <c:lblAlgn val="ctr"/>
        <c:lblOffset val="100"/>
        <c:noMultiLvlLbl val="0"/>
      </c:catAx>
      <c:valAx>
        <c:axId val="23431916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43186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[Worksheet.xlsx]pivot_table!PivotTable7</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D" sz="1400" b="1" i="0" u="none" strike="noStrike" baseline="0">
                <a:effectLst/>
              </a:rPr>
              <a:t>Coffee Enthusiasts VS Morning Commuters</a:t>
            </a:r>
            <a:endParaRPr lang="en-US" b="1" baseline="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6"/>
          </a:solidFill>
          <a:ln>
            <a:noFill/>
          </a:ln>
          <a:effectLst/>
        </c:spPr>
        <c:dLbl>
          <c:idx val="0"/>
          <c:layout>
            <c:manualLayout>
              <c:x val="-0.13333333333333333"/>
              <c:y val="-0.2129629629629629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olidFill>
          <a:ln>
            <a:noFill/>
          </a:ln>
          <a:effectLst/>
        </c:spPr>
        <c:dLbl>
          <c:idx val="0"/>
          <c:layout>
            <c:manualLayout>
              <c:x val="0.10277777777777788"/>
              <c:y val="0.17129629629629631"/>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a:no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olidFill>
          <a:ln>
            <a:noFill/>
          </a:ln>
          <a:effectLst/>
        </c:spPr>
        <c:dLbl>
          <c:idx val="0"/>
          <c:layout>
            <c:manualLayout>
              <c:x val="0.10277777777777788"/>
              <c:y val="0.17129629629629631"/>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6"/>
          </a:solidFill>
          <a:ln>
            <a:noFill/>
          </a:ln>
          <a:effectLst/>
        </c:spPr>
        <c:dLbl>
          <c:idx val="0"/>
          <c:layout>
            <c:manualLayout>
              <c:x val="-0.13333333333333333"/>
              <c:y val="-0.2129629629629629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a:no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1"/>
          </a:solidFill>
          <a:ln>
            <a:noFill/>
          </a:ln>
          <a:effectLst/>
        </c:spPr>
        <c:dLbl>
          <c:idx val="0"/>
          <c:layout>
            <c:manualLayout>
              <c:x val="0.10277777777777788"/>
              <c:y val="0.17129629629629631"/>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6"/>
          </a:solidFill>
          <a:ln>
            <a:noFill/>
          </a:ln>
          <a:effectLst/>
        </c:spPr>
        <c:dLbl>
          <c:idx val="0"/>
          <c:layout>
            <c:manualLayout>
              <c:x val="-0.13333333333333333"/>
              <c:y val="-0.2129629629629629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doughnutChart>
        <c:varyColors val="1"/>
        <c:ser>
          <c:idx val="0"/>
          <c:order val="0"/>
          <c:tx>
            <c:strRef>
              <c:f>pivot_table!$B$62</c:f>
              <c:strCache>
                <c:ptCount val="1"/>
                <c:pt idx="0">
                  <c:v>Total</c:v>
                </c:pt>
              </c:strCache>
            </c:strRef>
          </c:tx>
          <c:dPt>
            <c:idx val="0"/>
            <c:bubble3D val="0"/>
            <c:spPr>
              <a:solidFill>
                <a:schemeClr val="accent1"/>
              </a:solidFill>
              <a:ln>
                <a:noFill/>
              </a:ln>
              <a:effectLst/>
            </c:spPr>
            <c:extLst>
              <c:ext xmlns:c16="http://schemas.microsoft.com/office/drawing/2014/chart" uri="{C3380CC4-5D6E-409C-BE32-E72D297353CC}">
                <c16:uniqueId val="{00000001-FCED-4DEF-99CF-BA2C997F69BD}"/>
              </c:ext>
            </c:extLst>
          </c:dPt>
          <c:dPt>
            <c:idx val="1"/>
            <c:bubble3D val="0"/>
            <c:spPr>
              <a:solidFill>
                <a:schemeClr val="accent6"/>
              </a:solidFill>
              <a:ln>
                <a:noFill/>
              </a:ln>
              <a:effectLst/>
            </c:spPr>
            <c:extLst>
              <c:ext xmlns:c16="http://schemas.microsoft.com/office/drawing/2014/chart" uri="{C3380CC4-5D6E-409C-BE32-E72D297353CC}">
                <c16:uniqueId val="{00000003-FCED-4DEF-99CF-BA2C997F69BD}"/>
              </c:ext>
            </c:extLst>
          </c:dPt>
          <c:dLbls>
            <c:dLbl>
              <c:idx val="0"/>
              <c:layout>
                <c:manualLayout>
                  <c:x val="0.10277777777777788"/>
                  <c:y val="0.17129629629629631"/>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CED-4DEF-99CF-BA2C997F69BD}"/>
                </c:ext>
              </c:extLst>
            </c:dLbl>
            <c:dLbl>
              <c:idx val="1"/>
              <c:layout>
                <c:manualLayout>
                  <c:x val="-0.13333333333333333"/>
                  <c:y val="-0.2129629629629629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CED-4DEF-99CF-BA2C997F69BD}"/>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pivot_table!$A$63:$A$65</c:f>
              <c:strCache>
                <c:ptCount val="2"/>
                <c:pt idx="0">
                  <c:v>Coffee Enthusiasts</c:v>
                </c:pt>
                <c:pt idx="1">
                  <c:v>Morning Commuters</c:v>
                </c:pt>
              </c:strCache>
            </c:strRef>
          </c:cat>
          <c:val>
            <c:numRef>
              <c:f>pivot_table!$B$63:$B$65</c:f>
              <c:numCache>
                <c:formatCode>General</c:formatCode>
                <c:ptCount val="2"/>
                <c:pt idx="0">
                  <c:v>2836</c:v>
                </c:pt>
                <c:pt idx="1">
                  <c:v>10684</c:v>
                </c:pt>
              </c:numCache>
            </c:numRef>
          </c:val>
          <c:extLst>
            <c:ext xmlns:c16="http://schemas.microsoft.com/office/drawing/2014/chart" uri="{C3380CC4-5D6E-409C-BE32-E72D297353CC}">
              <c16:uniqueId val="{00000004-FCED-4DEF-99CF-BA2C997F69BD}"/>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[Worksheet.xlsx]pivot_table!PivotTable21</c:name>
    <c:fmtId val="18"/>
  </c:pivotSource>
  <c:chart>
    <c:title>
      <c:tx>
        <c:rich>
          <a:bodyPr rot="0" spcFirstLastPara="1" vertOverflow="ellipsis" vert="horz" wrap="square" anchor="ctr" anchorCtr="1"/>
          <a:lstStyle/>
          <a:p>
            <a:pPr>
              <a:defRPr sz="1400" b="0" i="0" u="none" strike="noStrike" kern="1200" spc="0" baseline="0">
                <a:ln>
                  <a:noFill/>
                </a:ln>
                <a:solidFill>
                  <a:schemeClr val="tx1">
                    <a:lumMod val="65000"/>
                    <a:lumOff val="35000"/>
                  </a:schemeClr>
                </a:solidFill>
                <a:latin typeface="+mn-lt"/>
                <a:ea typeface="+mn-ea"/>
                <a:cs typeface="+mn-cs"/>
              </a:defRPr>
            </a:pPr>
            <a:r>
              <a:rPr lang="en-US" b="1" dirty="0"/>
              <a:t>Score of RFM</a:t>
            </a:r>
          </a:p>
        </c:rich>
      </c:tx>
      <c:overlay val="0"/>
      <c:spPr>
        <a:noFill/>
        <a:ln>
          <a:noFill/>
        </a:ln>
        <a:effectLst/>
      </c:spPr>
      <c:txPr>
        <a:bodyPr rot="0" spcFirstLastPara="1" vertOverflow="ellipsis" vert="horz" wrap="square" anchor="ctr" anchorCtr="1"/>
        <a:lstStyle/>
        <a:p>
          <a:pPr>
            <a:defRPr sz="1400" b="0" i="0" u="none" strike="noStrike" kern="1200" spc="0" baseline="0">
              <a:ln>
                <a:noFill/>
              </a:ln>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noFill/>
                  </a:ln>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noFill/>
                  </a:ln>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ln>
                    <a:noFill/>
                  </a:ln>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pivotFmt>
      <c:pivotFmt>
        <c:idx val="4"/>
        <c:spPr>
          <a:solidFill>
            <a:schemeClr val="accent6"/>
          </a:solidFill>
          <a:ln>
            <a:noFill/>
          </a:ln>
          <a:effectLst/>
        </c:spPr>
      </c:pivotFmt>
      <c:pivotFmt>
        <c:idx val="5"/>
        <c:spPr>
          <a:solidFill>
            <a:schemeClr val="accent6"/>
          </a:solidFill>
          <a:ln>
            <a:noFill/>
          </a:ln>
          <a:effectLst/>
        </c:spP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ln>
                    <a:noFill/>
                  </a:ln>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pivotFmt>
      <c:pivotFmt>
        <c:idx val="8"/>
        <c:spPr>
          <a:solidFill>
            <a:schemeClr val="accent6"/>
          </a:solidFill>
          <a:ln>
            <a:noFill/>
          </a:ln>
          <a:effectLst/>
        </c:spPr>
      </c:pivotFmt>
      <c:pivotFmt>
        <c:idx val="9"/>
        <c:spPr>
          <a:solidFill>
            <a:schemeClr val="accent6"/>
          </a:solidFill>
          <a:ln>
            <a:noFill/>
          </a:ln>
          <a:effectLst/>
        </c:spPr>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ln>
                    <a:noFill/>
                  </a:ln>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6"/>
          </a:solidFill>
          <a:ln>
            <a:noFill/>
          </a:ln>
          <a:effectLst/>
        </c:spPr>
      </c:pivotFmt>
      <c:pivotFmt>
        <c:idx val="12"/>
        <c:spPr>
          <a:solidFill>
            <a:schemeClr val="accent6"/>
          </a:solidFill>
          <a:ln>
            <a:noFill/>
          </a:ln>
          <a:effectLst/>
        </c:spPr>
      </c:pivotFmt>
      <c:pivotFmt>
        <c:idx val="13"/>
        <c:spPr>
          <a:solidFill>
            <a:schemeClr val="accent6"/>
          </a:solidFill>
          <a:ln>
            <a:noFill/>
          </a:ln>
          <a:effectLst/>
        </c:spPr>
      </c:pivotFmt>
    </c:pivotFmts>
    <c:plotArea>
      <c:layout/>
      <c:barChart>
        <c:barDir val="col"/>
        <c:grouping val="clustered"/>
        <c:varyColors val="0"/>
        <c:ser>
          <c:idx val="0"/>
          <c:order val="0"/>
          <c:tx>
            <c:strRef>
              <c:f>pivot_table!$B$83</c:f>
              <c:strCache>
                <c:ptCount val="1"/>
                <c:pt idx="0">
                  <c:v>Total</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729B-474F-9E85-00C29A698D4E}"/>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729B-474F-9E85-00C29A698D4E}"/>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729B-474F-9E85-00C29A698D4E}"/>
              </c:ext>
            </c:extLst>
          </c:dPt>
          <c:dLbls>
            <c:spPr>
              <a:noFill/>
              <a:ln>
                <a:noFill/>
              </a:ln>
              <a:effectLst/>
            </c:spPr>
            <c:txPr>
              <a:bodyPr rot="0" spcFirstLastPara="1" vertOverflow="ellipsis" vert="horz" wrap="square" anchor="ctr" anchorCtr="1"/>
              <a:lstStyle/>
              <a:p>
                <a:pPr>
                  <a:defRPr sz="900" b="0" i="0" u="none" strike="noStrike" kern="1200" baseline="0">
                    <a:ln>
                      <a:noFill/>
                    </a:ln>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pivot_table!$A$84:$A$93</c:f>
              <c:strCache>
                <c:ptCount val="10"/>
                <c:pt idx="0">
                  <c:v>111</c:v>
                </c:pt>
                <c:pt idx="1">
                  <c:v>555</c:v>
                </c:pt>
                <c:pt idx="2">
                  <c:v>455</c:v>
                </c:pt>
                <c:pt idx="3">
                  <c:v>355</c:v>
                </c:pt>
                <c:pt idx="4">
                  <c:v>211</c:v>
                </c:pt>
                <c:pt idx="5">
                  <c:v>544</c:v>
                </c:pt>
                <c:pt idx="6">
                  <c:v>344</c:v>
                </c:pt>
                <c:pt idx="7">
                  <c:v>444</c:v>
                </c:pt>
                <c:pt idx="8">
                  <c:v>255</c:v>
                </c:pt>
                <c:pt idx="9">
                  <c:v>311</c:v>
                </c:pt>
              </c:strCache>
            </c:strRef>
          </c:cat>
          <c:val>
            <c:numRef>
              <c:f>pivot_table!$B$84:$B$93</c:f>
              <c:numCache>
                <c:formatCode>General</c:formatCode>
                <c:ptCount val="10"/>
                <c:pt idx="0">
                  <c:v>1070</c:v>
                </c:pt>
                <c:pt idx="1">
                  <c:v>767</c:v>
                </c:pt>
                <c:pt idx="2">
                  <c:v>692</c:v>
                </c:pt>
                <c:pt idx="3">
                  <c:v>534</c:v>
                </c:pt>
                <c:pt idx="4">
                  <c:v>482</c:v>
                </c:pt>
                <c:pt idx="5">
                  <c:v>456</c:v>
                </c:pt>
                <c:pt idx="6">
                  <c:v>406</c:v>
                </c:pt>
                <c:pt idx="7">
                  <c:v>399</c:v>
                </c:pt>
                <c:pt idx="8">
                  <c:v>392</c:v>
                </c:pt>
                <c:pt idx="9">
                  <c:v>382</c:v>
                </c:pt>
              </c:numCache>
            </c:numRef>
          </c:val>
          <c:extLst>
            <c:ext xmlns:c16="http://schemas.microsoft.com/office/drawing/2014/chart" uri="{C3380CC4-5D6E-409C-BE32-E72D297353CC}">
              <c16:uniqueId val="{00000006-729B-474F-9E85-00C29A698D4E}"/>
            </c:ext>
          </c:extLst>
        </c:ser>
        <c:dLbls>
          <c:showLegendKey val="0"/>
          <c:showVal val="0"/>
          <c:showCatName val="0"/>
          <c:showSerName val="0"/>
          <c:showPercent val="0"/>
          <c:showBubbleSize val="0"/>
        </c:dLbls>
        <c:gapWidth val="25"/>
        <c:overlap val="25"/>
        <c:axId val="399700351"/>
        <c:axId val="399703231"/>
      </c:barChart>
      <c:catAx>
        <c:axId val="399700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ln>
                  <a:noFill/>
                </a:ln>
                <a:solidFill>
                  <a:schemeClr val="tx1">
                    <a:lumMod val="65000"/>
                    <a:lumOff val="35000"/>
                  </a:schemeClr>
                </a:solidFill>
                <a:latin typeface="+mn-lt"/>
                <a:ea typeface="+mn-ea"/>
                <a:cs typeface="+mn-cs"/>
              </a:defRPr>
            </a:pPr>
            <a:endParaRPr lang="en-US"/>
          </a:p>
        </c:txPr>
        <c:crossAx val="399703231"/>
        <c:crosses val="autoZero"/>
        <c:auto val="1"/>
        <c:lblAlgn val="ctr"/>
        <c:lblOffset val="100"/>
        <c:noMultiLvlLbl val="0"/>
      </c:catAx>
      <c:valAx>
        <c:axId val="39970323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noFill/>
                </a:ln>
                <a:solidFill>
                  <a:schemeClr val="tx1">
                    <a:lumMod val="65000"/>
                    <a:lumOff val="35000"/>
                  </a:schemeClr>
                </a:solidFill>
                <a:latin typeface="+mn-lt"/>
                <a:ea typeface="+mn-ea"/>
                <a:cs typeface="+mn-cs"/>
              </a:defRPr>
            </a:pPr>
            <a:endParaRPr lang="en-US"/>
          </a:p>
        </c:txPr>
        <c:crossAx val="399700351"/>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no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[Worksheet.xlsx]pivot_table!PivotTable1</c:name>
    <c:fmtId val="2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D" b="1"/>
              <a:t>Operation by</a:t>
            </a:r>
            <a:r>
              <a:rPr lang="en-ID" b="1" baseline="0"/>
              <a:t> Rush Period</a:t>
            </a:r>
            <a:endParaRPr lang="en-ID"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D"/>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pivot_table!$H$1:$H$2</c:f>
              <c:strCache>
                <c:ptCount val="1"/>
                <c:pt idx="0">
                  <c:v>Morning Rush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pivot_table!$G$3</c:f>
              <c:strCache>
                <c:ptCount val="1"/>
                <c:pt idx="0">
                  <c:v>Mobile App</c:v>
                </c:pt>
              </c:strCache>
            </c:strRef>
          </c:cat>
          <c:val>
            <c:numRef>
              <c:f>pivot_table!$H$3</c:f>
              <c:numCache>
                <c:formatCode>0.00</c:formatCode>
                <c:ptCount val="1"/>
                <c:pt idx="0">
                  <c:v>4.5031705150977039</c:v>
                </c:pt>
              </c:numCache>
            </c:numRef>
          </c:val>
          <c:extLst>
            <c:ext xmlns:c16="http://schemas.microsoft.com/office/drawing/2014/chart" uri="{C3380CC4-5D6E-409C-BE32-E72D297353CC}">
              <c16:uniqueId val="{00000000-4E47-4D60-9A69-DD9B6BFEF568}"/>
            </c:ext>
          </c:extLst>
        </c:ser>
        <c:ser>
          <c:idx val="1"/>
          <c:order val="1"/>
          <c:tx>
            <c:strRef>
              <c:f>pivot_table!$I$1:$I$2</c:f>
              <c:strCache>
                <c:ptCount val="1"/>
                <c:pt idx="0">
                  <c:v>Non Rush</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pivot_table!$G$3</c:f>
              <c:strCache>
                <c:ptCount val="1"/>
                <c:pt idx="0">
                  <c:v>Mobile App</c:v>
                </c:pt>
              </c:strCache>
            </c:strRef>
          </c:cat>
          <c:val>
            <c:numRef>
              <c:f>pivot_table!$I$3</c:f>
              <c:numCache>
                <c:formatCode>0.00</c:formatCode>
                <c:ptCount val="1"/>
                <c:pt idx="0">
                  <c:v>4.5087041361440727</c:v>
                </c:pt>
              </c:numCache>
            </c:numRef>
          </c:val>
          <c:extLst>
            <c:ext xmlns:c16="http://schemas.microsoft.com/office/drawing/2014/chart" uri="{C3380CC4-5D6E-409C-BE32-E72D297353CC}">
              <c16:uniqueId val="{00000001-4E47-4D60-9A69-DD9B6BFEF568}"/>
            </c:ext>
          </c:extLst>
        </c:ser>
        <c:dLbls>
          <c:dLblPos val="outEnd"/>
          <c:showLegendKey val="0"/>
          <c:showVal val="1"/>
          <c:showCatName val="0"/>
          <c:showSerName val="0"/>
          <c:showPercent val="0"/>
          <c:showBubbleSize val="0"/>
        </c:dLbls>
        <c:gapWidth val="219"/>
        <c:overlap val="-27"/>
        <c:axId val="2100598943"/>
        <c:axId val="1294030303"/>
      </c:barChart>
      <c:catAx>
        <c:axId val="21005989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D" b="1" dirty="0"/>
                  <a:t>Time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4030303"/>
        <c:crosses val="autoZero"/>
        <c:auto val="1"/>
        <c:lblAlgn val="ctr"/>
        <c:lblOffset val="100"/>
        <c:noMultiLvlLbl val="0"/>
      </c:catAx>
      <c:valAx>
        <c:axId val="129403030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D" b="1" dirty="0"/>
                  <a:t>Avg. </a:t>
                </a:r>
                <a:r>
                  <a:rPr lang="en-US" sz="1000" b="1" i="0" u="none" strike="noStrike" kern="1200" baseline="0" dirty="0">
                    <a:solidFill>
                      <a:prstClr val="black">
                        <a:lumMod val="65000"/>
                        <a:lumOff val="35000"/>
                      </a:prstClr>
                    </a:solidFill>
                  </a:rPr>
                  <a:t>fulfillment</a:t>
                </a:r>
                <a:r>
                  <a:rPr lang="en-ID" b="1" baseline="0" dirty="0"/>
                  <a:t> time</a:t>
                </a:r>
                <a:endParaRPr lang="en-ID" b="1"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D"/>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5989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[Worksheet.xlsx]pivot_table!PivotTable9</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Order</a:t>
            </a:r>
            <a:r>
              <a:rPr lang="en-US" b="1" baseline="0" dirty="0"/>
              <a:t> Time Average between Drive-thru and Mobile App orders</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6"/>
            </a:solidFill>
            <a:round/>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6"/>
            </a:solidFill>
            <a:round/>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13"/>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pivotFmt>
      <c:pivotFmt>
        <c:idx val="1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pivot_table!$H$16:$H$17</c:f>
              <c:strCache>
                <c:ptCount val="1"/>
                <c:pt idx="0">
                  <c:v>Mobile App</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1"/>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0-C1B2-4F91-9B4F-0F868C9A4827}"/>
              </c:ext>
            </c:extLst>
          </c:dPt>
          <c:dPt>
            <c:idx val="22"/>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1-C1B2-4F91-9B4F-0F868C9A4827}"/>
              </c:ext>
            </c:extLst>
          </c:dPt>
          <c:dLbls>
            <c:dLbl>
              <c:idx val="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1B2-4F91-9B4F-0F868C9A4827}"/>
                </c:ext>
              </c:extLst>
            </c:dLbl>
            <c:dLbl>
              <c:idx val="2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1B2-4F91-9B4F-0F868C9A482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pivot_table!$G$18:$G$41</c:f>
              <c:strCache>
                <c:ptCount val="24"/>
                <c:pt idx="0">
                  <c:v>12:00:00 AM</c:v>
                </c:pt>
                <c:pt idx="1">
                  <c:v>1:00:00 AM</c:v>
                </c:pt>
                <c:pt idx="2">
                  <c:v>2:00:00 AM</c:v>
                </c:pt>
                <c:pt idx="3">
                  <c:v>3:00:00 AM</c:v>
                </c:pt>
                <c:pt idx="4">
                  <c:v>4:00:00 AM</c:v>
                </c:pt>
                <c:pt idx="5">
                  <c:v>5:00:00 AM</c:v>
                </c:pt>
                <c:pt idx="6">
                  <c:v>6:00:00 AM</c:v>
                </c:pt>
                <c:pt idx="7">
                  <c:v>7:00:00 AM</c:v>
                </c:pt>
                <c:pt idx="8">
                  <c:v>8:00:00 AM</c:v>
                </c:pt>
                <c:pt idx="9">
                  <c:v>9:00:00 AM</c:v>
                </c:pt>
                <c:pt idx="10">
                  <c:v>10:00:00 AM</c:v>
                </c:pt>
                <c:pt idx="11">
                  <c:v>11:00:00 AM</c:v>
                </c:pt>
                <c:pt idx="12">
                  <c:v>12:00:00 PM</c:v>
                </c:pt>
                <c:pt idx="13">
                  <c:v>1:00:00 PM</c:v>
                </c:pt>
                <c:pt idx="14">
                  <c:v>2:00:00 PM</c:v>
                </c:pt>
                <c:pt idx="15">
                  <c:v>3:00:00 PM</c:v>
                </c:pt>
                <c:pt idx="16">
                  <c:v>4:00:00 PM</c:v>
                </c:pt>
                <c:pt idx="17">
                  <c:v>5:00:00 PM</c:v>
                </c:pt>
                <c:pt idx="18">
                  <c:v>6:00:00 PM</c:v>
                </c:pt>
                <c:pt idx="19">
                  <c:v>7:00:00 PM</c:v>
                </c:pt>
                <c:pt idx="20">
                  <c:v>8:00:00 PM</c:v>
                </c:pt>
                <c:pt idx="21">
                  <c:v>9:00:00 PM</c:v>
                </c:pt>
                <c:pt idx="22">
                  <c:v>10:00:00 PM</c:v>
                </c:pt>
                <c:pt idx="23">
                  <c:v>11:00:00 PM</c:v>
                </c:pt>
              </c:strCache>
            </c:strRef>
          </c:cat>
          <c:val>
            <c:numRef>
              <c:f>pivot_table!$H$18:$H$41</c:f>
              <c:numCache>
                <c:formatCode>0.00</c:formatCode>
                <c:ptCount val="24"/>
                <c:pt idx="0">
                  <c:v>4.4622857142857137</c:v>
                </c:pt>
                <c:pt idx="1">
                  <c:v>4.3825581395348845</c:v>
                </c:pt>
                <c:pt idx="2">
                  <c:v>4.5478787878787887</c:v>
                </c:pt>
                <c:pt idx="3">
                  <c:v>4.6491978609625662</c:v>
                </c:pt>
                <c:pt idx="4">
                  <c:v>4.4675749318801108</c:v>
                </c:pt>
                <c:pt idx="5">
                  <c:v>4.4699546485260724</c:v>
                </c:pt>
                <c:pt idx="6">
                  <c:v>4.4986183074265966</c:v>
                </c:pt>
                <c:pt idx="7">
                  <c:v>4.5058715596330288</c:v>
                </c:pt>
                <c:pt idx="8">
                  <c:v>4.5043490951546969</c:v>
                </c:pt>
                <c:pt idx="9">
                  <c:v>4.4791397030833613</c:v>
                </c:pt>
                <c:pt idx="10">
                  <c:v>4.4675134342940854</c:v>
                </c:pt>
                <c:pt idx="11">
                  <c:v>4.5277272727272653</c:v>
                </c:pt>
                <c:pt idx="12">
                  <c:v>4.5225696418419581</c:v>
                </c:pt>
                <c:pt idx="13">
                  <c:v>4.5034442724458215</c:v>
                </c:pt>
                <c:pt idx="14">
                  <c:v>4.4868706811451187</c:v>
                </c:pt>
                <c:pt idx="15">
                  <c:v>4.5175398633257382</c:v>
                </c:pt>
                <c:pt idx="16">
                  <c:v>4.4938946015424248</c:v>
                </c:pt>
                <c:pt idx="17">
                  <c:v>4.5030998851894379</c:v>
                </c:pt>
                <c:pt idx="18">
                  <c:v>4.5785553047404024</c:v>
                </c:pt>
                <c:pt idx="19">
                  <c:v>4.5435808466342751</c:v>
                </c:pt>
                <c:pt idx="20">
                  <c:v>4.4853600944510026</c:v>
                </c:pt>
                <c:pt idx="21">
                  <c:v>4.6080550098231816</c:v>
                </c:pt>
                <c:pt idx="22">
                  <c:v>4.4969696969696962</c:v>
                </c:pt>
                <c:pt idx="23">
                  <c:v>4.4815028901734113</c:v>
                </c:pt>
              </c:numCache>
            </c:numRef>
          </c:val>
          <c:smooth val="0"/>
          <c:extLst>
            <c:ext xmlns:c16="http://schemas.microsoft.com/office/drawing/2014/chart" uri="{C3380CC4-5D6E-409C-BE32-E72D297353CC}">
              <c16:uniqueId val="{00000002-C1B2-4F91-9B4F-0F868C9A4827}"/>
            </c:ext>
          </c:extLst>
        </c:ser>
        <c:dLbls>
          <c:showLegendKey val="0"/>
          <c:showVal val="0"/>
          <c:showCatName val="0"/>
          <c:showSerName val="0"/>
          <c:showPercent val="0"/>
          <c:showBubbleSize val="0"/>
        </c:dLbls>
        <c:marker val="1"/>
        <c:smooth val="0"/>
        <c:axId val="1482230623"/>
        <c:axId val="1482223903"/>
      </c:lineChart>
      <c:catAx>
        <c:axId val="14822306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D" b="1" dirty="0"/>
                  <a:t>Time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2223903"/>
        <c:crosses val="autoZero"/>
        <c:auto val="1"/>
        <c:lblAlgn val="ctr"/>
        <c:lblOffset val="100"/>
        <c:noMultiLvlLbl val="0"/>
      </c:catAx>
      <c:valAx>
        <c:axId val="148222390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D" dirty="0"/>
                  <a:t>Avg. </a:t>
                </a:r>
                <a:r>
                  <a:rPr lang="en-US" sz="1000" b="1" i="0" u="none" strike="noStrike" kern="1200" baseline="0" dirty="0">
                    <a:solidFill>
                      <a:prstClr val="black">
                        <a:lumMod val="65000"/>
                        <a:lumOff val="35000"/>
                      </a:prstClr>
                    </a:solidFill>
                  </a:rPr>
                  <a:t>fulfillment Time</a:t>
                </a:r>
                <a:endParaRPr lang="en-ID"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D"/>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2230623"/>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[Worksheet.xlsx]pivot_table!PivotTable15</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D" sz="1400" b="1" i="0" u="none" strike="noStrike" kern="1200" spc="0" baseline="0" dirty="0">
                <a:solidFill>
                  <a:prstClr val="black">
                    <a:lumMod val="65000"/>
                    <a:lumOff val="35000"/>
                  </a:prstClr>
                </a:solidFill>
              </a:rPr>
              <a:t>Avg. Satisfying by Member Status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w="19050">
            <a:solidFill>
              <a:schemeClr val="lt1"/>
            </a:solidFill>
          </a:ln>
          <a:effectLst/>
        </c:spPr>
      </c:pivotFmt>
      <c:pivotFmt>
        <c:idx val="9"/>
        <c:spPr>
          <a:solidFill>
            <a:schemeClr val="accent6"/>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19050">
            <a:solidFill>
              <a:schemeClr val="lt1"/>
            </a:solidFill>
          </a:ln>
          <a:effectLst/>
        </c:spPr>
      </c:pivotFmt>
      <c:pivotFmt>
        <c:idx val="15"/>
        <c:spPr>
          <a:solidFill>
            <a:schemeClr val="accent6"/>
          </a:solidFill>
          <a:ln w="19050">
            <a:solidFill>
              <a:schemeClr val="lt1"/>
            </a:solidFill>
          </a:ln>
          <a:effectLst/>
        </c:spPr>
      </c:pivotFmt>
    </c:pivotFmts>
    <c:plotArea>
      <c:layout/>
      <c:pieChart>
        <c:varyColors val="1"/>
        <c:ser>
          <c:idx val="0"/>
          <c:order val="0"/>
          <c:tx>
            <c:strRef>
              <c:f>pivot_table!$O$28</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3A8-440C-BCD5-7594025BA5D2}"/>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23A8-440C-BCD5-7594025BA5D2}"/>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pivot_table!$N$29:$N$31</c:f>
              <c:strCache>
                <c:ptCount val="2"/>
                <c:pt idx="0">
                  <c:v>No</c:v>
                </c:pt>
                <c:pt idx="1">
                  <c:v>Yes</c:v>
                </c:pt>
              </c:strCache>
            </c:strRef>
          </c:cat>
          <c:val>
            <c:numRef>
              <c:f>pivot_table!$O$29:$O$31</c:f>
              <c:numCache>
                <c:formatCode>0.00</c:formatCode>
                <c:ptCount val="2"/>
                <c:pt idx="0">
                  <c:v>3.857313829787234</c:v>
                </c:pt>
                <c:pt idx="1">
                  <c:v>3.8572832138568467</c:v>
                </c:pt>
              </c:numCache>
            </c:numRef>
          </c:val>
          <c:extLst>
            <c:ext xmlns:c16="http://schemas.microsoft.com/office/drawing/2014/chart" uri="{C3380CC4-5D6E-409C-BE32-E72D297353CC}">
              <c16:uniqueId val="{00000004-23A8-440C-BCD5-7594025BA5D2}"/>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[Worksheet.xlsx]pivot_table!PivotTable14</c:name>
    <c:fmtId val="2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dirty="0">
                <a:solidFill>
                  <a:prstClr val="black">
                    <a:lumMod val="65000"/>
                    <a:lumOff val="35000"/>
                  </a:prstClr>
                </a:solidFill>
              </a:rPr>
              <a:t>Freq. order by Member Status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w="19050">
            <a:solidFill>
              <a:schemeClr val="lt1"/>
            </a:solidFill>
          </a:ln>
          <a:effectLst/>
        </c:spPr>
      </c:pivotFmt>
      <c:pivotFmt>
        <c:idx val="9"/>
        <c:spPr>
          <a:solidFill>
            <a:schemeClr val="accent6"/>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19050">
            <a:solidFill>
              <a:schemeClr val="lt1"/>
            </a:solidFill>
          </a:ln>
          <a:effectLst/>
        </c:spPr>
      </c:pivotFmt>
      <c:pivotFmt>
        <c:idx val="15"/>
        <c:spPr>
          <a:solidFill>
            <a:schemeClr val="accent6"/>
          </a:solidFill>
          <a:ln w="19050">
            <a:solidFill>
              <a:schemeClr val="lt1"/>
            </a:solidFill>
          </a:ln>
          <a:effectLst/>
        </c:spPr>
      </c:pivotFmt>
    </c:pivotFmts>
    <c:plotArea>
      <c:layout/>
      <c:pieChart>
        <c:varyColors val="1"/>
        <c:ser>
          <c:idx val="0"/>
          <c:order val="0"/>
          <c:tx>
            <c:strRef>
              <c:f>pivot_table!$O$22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20A-4BDE-87C2-9CA29F83BFB3}"/>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620A-4BDE-87C2-9CA29F83BFB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pivot_table!$N$23:$N$25</c:f>
              <c:strCache>
                <c:ptCount val="2"/>
                <c:pt idx="0">
                  <c:v>No</c:v>
                </c:pt>
                <c:pt idx="1">
                  <c:v>Yes</c:v>
                </c:pt>
              </c:strCache>
            </c:strRef>
          </c:cat>
          <c:val>
            <c:numRef>
              <c:f>pivot_table!$O$23:$O$25</c:f>
              <c:numCache>
                <c:formatCode>General</c:formatCode>
                <c:ptCount val="2"/>
                <c:pt idx="0">
                  <c:v>15040</c:v>
                </c:pt>
                <c:pt idx="1">
                  <c:v>27481</c:v>
                </c:pt>
              </c:numCache>
            </c:numRef>
          </c:val>
          <c:extLst>
            <c:ext xmlns:c16="http://schemas.microsoft.com/office/drawing/2014/chart" uri="{C3380CC4-5D6E-409C-BE32-E72D297353CC}">
              <c16:uniqueId val="{00000004-620A-4BDE-87C2-9CA29F83BFB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[Worksheet.xlsx]pivot_table!PivotTable12</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Revenue</a:t>
            </a:r>
            <a:r>
              <a:rPr lang="en-US" b="1" baseline="0"/>
              <a:t> by Category</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pivotFmt>
      <c:pivotFmt>
        <c:idx val="7"/>
        <c:spPr>
          <a:solidFill>
            <a:schemeClr val="accent6"/>
          </a:solidFill>
          <a:ln>
            <a:noFill/>
          </a:ln>
          <a:effectLst/>
        </c:spPr>
      </c:pivotFmt>
      <c:pivotFmt>
        <c:idx val="8"/>
        <c:spPr>
          <a:solidFill>
            <a:schemeClr val="accent6"/>
          </a:solidFill>
          <a:ln>
            <a:noFill/>
          </a:ln>
          <a:effectLst/>
        </c:spPr>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solidFill>
          <a:ln>
            <a:noFill/>
          </a:ln>
          <a:effectLst/>
        </c:spPr>
      </c:pivotFmt>
      <c:pivotFmt>
        <c:idx val="11"/>
        <c:spPr>
          <a:solidFill>
            <a:schemeClr val="accent6"/>
          </a:solidFill>
          <a:ln>
            <a:noFill/>
          </a:ln>
          <a:effectLst/>
        </c:spPr>
      </c:pivotFmt>
      <c:pivotFmt>
        <c:idx val="12"/>
        <c:spPr>
          <a:solidFill>
            <a:schemeClr val="accent6"/>
          </a:solidFill>
          <a:ln>
            <a:noFill/>
          </a:ln>
          <a:effectLst/>
        </c:spPr>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6"/>
          </a:solidFill>
          <a:ln>
            <a:noFill/>
          </a:ln>
          <a:effectLst/>
        </c:spPr>
      </c:pivotFmt>
      <c:pivotFmt>
        <c:idx val="15"/>
        <c:spPr>
          <a:solidFill>
            <a:schemeClr val="accent6"/>
          </a:solidFill>
          <a:ln>
            <a:noFill/>
          </a:ln>
          <a:effectLst/>
        </c:spPr>
      </c:pivotFmt>
      <c:pivotFmt>
        <c:idx val="16"/>
        <c:spPr>
          <a:solidFill>
            <a:schemeClr val="accent6"/>
          </a:solidFill>
          <a:ln>
            <a:noFill/>
          </a:ln>
          <a:effectLst/>
        </c:spPr>
      </c:pivotFmt>
    </c:pivotFmts>
    <c:plotArea>
      <c:layout/>
      <c:barChart>
        <c:barDir val="col"/>
        <c:grouping val="clustered"/>
        <c:varyColors val="0"/>
        <c:ser>
          <c:idx val="0"/>
          <c:order val="0"/>
          <c:tx>
            <c:strRef>
              <c:f>pivot_table!$AD$63</c:f>
              <c:strCache>
                <c:ptCount val="1"/>
                <c:pt idx="0">
                  <c:v>Total</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9E09-4FC2-B553-C2B51E5ACBA7}"/>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9E09-4FC2-B553-C2B51E5ACBA7}"/>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9E09-4FC2-B553-C2B51E5ACBA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pivot_table!$AC$64:$AC$70</c:f>
              <c:strCache>
                <c:ptCount val="6"/>
                <c:pt idx="0">
                  <c:v>Refresher</c:v>
                </c:pt>
                <c:pt idx="1">
                  <c:v>Tea</c:v>
                </c:pt>
                <c:pt idx="2">
                  <c:v>Frappuccino</c:v>
                </c:pt>
                <c:pt idx="3">
                  <c:v>Espresso</c:v>
                </c:pt>
                <c:pt idx="4">
                  <c:v>Brewed Coffee</c:v>
                </c:pt>
                <c:pt idx="5">
                  <c:v>Other</c:v>
                </c:pt>
              </c:strCache>
            </c:strRef>
          </c:cat>
          <c:val>
            <c:numRef>
              <c:f>pivot_table!$AD$64:$AD$70</c:f>
              <c:numCache>
                <c:formatCode>General</c:formatCode>
                <c:ptCount val="6"/>
                <c:pt idx="0">
                  <c:v>129529.12000000018</c:v>
                </c:pt>
                <c:pt idx="1">
                  <c:v>128842.48999999993</c:v>
                </c:pt>
                <c:pt idx="2">
                  <c:v>128744.14000000007</c:v>
                </c:pt>
                <c:pt idx="3">
                  <c:v>127559.4399999999</c:v>
                </c:pt>
                <c:pt idx="4">
                  <c:v>127135.1500000003</c:v>
                </c:pt>
                <c:pt idx="5">
                  <c:v>126800.51000000011</c:v>
                </c:pt>
              </c:numCache>
            </c:numRef>
          </c:val>
          <c:extLst>
            <c:ext xmlns:c16="http://schemas.microsoft.com/office/drawing/2014/chart" uri="{C3380CC4-5D6E-409C-BE32-E72D297353CC}">
              <c16:uniqueId val="{00000006-9E09-4FC2-B553-C2B51E5ACBA7}"/>
            </c:ext>
          </c:extLst>
        </c:ser>
        <c:dLbls>
          <c:dLblPos val="outEnd"/>
          <c:showLegendKey val="0"/>
          <c:showVal val="1"/>
          <c:showCatName val="0"/>
          <c:showSerName val="0"/>
          <c:showPercent val="0"/>
          <c:showBubbleSize val="0"/>
        </c:dLbls>
        <c:gapWidth val="25"/>
        <c:overlap val="25"/>
        <c:axId val="1002087695"/>
        <c:axId val="1002083855"/>
      </c:barChart>
      <c:catAx>
        <c:axId val="1002087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2083855"/>
        <c:crosses val="autoZero"/>
        <c:auto val="1"/>
        <c:lblAlgn val="ctr"/>
        <c:lblOffset val="100"/>
        <c:noMultiLvlLbl val="0"/>
      </c:catAx>
      <c:valAx>
        <c:axId val="10020838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20876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[Worksheet.xlsx]pivot_table!PivotTable11</c:name>
    <c:fmtId val="1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err="1"/>
              <a:t>Costumizations</a:t>
            </a:r>
            <a:r>
              <a:rPr lang="en-US" b="1" baseline="0" dirty="0"/>
              <a:t> by Category</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pivotFmt>
      <c:pivotFmt>
        <c:idx val="5"/>
        <c:spPr>
          <a:solidFill>
            <a:schemeClr val="accent6"/>
          </a:solidFill>
          <a:ln>
            <a:noFill/>
          </a:ln>
          <a:effectLst/>
        </c:spPr>
      </c:pivotFmt>
      <c:pivotFmt>
        <c:idx val="6"/>
        <c:spPr>
          <a:solidFill>
            <a:schemeClr val="accent6"/>
          </a:solidFill>
          <a:ln>
            <a:noFill/>
          </a:ln>
          <a:effectLst/>
        </c:spPr>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pivotFmt>
      <c:pivotFmt>
        <c:idx val="9"/>
        <c:spPr>
          <a:solidFill>
            <a:schemeClr val="accent6"/>
          </a:solidFill>
          <a:ln>
            <a:noFill/>
          </a:ln>
          <a:effectLst/>
        </c:spPr>
      </c:pivotFmt>
      <c:pivotFmt>
        <c:idx val="10"/>
        <c:spPr>
          <a:solidFill>
            <a:schemeClr val="accent6"/>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6"/>
          </a:solidFill>
          <a:ln>
            <a:noFill/>
          </a:ln>
          <a:effectLst/>
        </c:spPr>
      </c:pivotFmt>
      <c:pivotFmt>
        <c:idx val="13"/>
        <c:spPr>
          <a:solidFill>
            <a:schemeClr val="accent6"/>
          </a:solidFill>
          <a:ln>
            <a:noFill/>
          </a:ln>
          <a:effectLst/>
        </c:spPr>
      </c:pivotFmt>
      <c:pivotFmt>
        <c:idx val="14"/>
        <c:spPr>
          <a:solidFill>
            <a:schemeClr val="accent6"/>
          </a:solidFill>
          <a:ln>
            <a:noFill/>
          </a:ln>
          <a:effectLst/>
        </c:spPr>
      </c:pivotFmt>
    </c:pivotFmts>
    <c:plotArea>
      <c:layout/>
      <c:barChart>
        <c:barDir val="bar"/>
        <c:grouping val="clustered"/>
        <c:varyColors val="0"/>
        <c:ser>
          <c:idx val="0"/>
          <c:order val="0"/>
          <c:tx>
            <c:strRef>
              <c:f>pivot_table!$AD$51</c:f>
              <c:strCache>
                <c:ptCount val="1"/>
                <c:pt idx="0">
                  <c:v>Total</c:v>
                </c:pt>
              </c:strCache>
            </c:strRef>
          </c:tx>
          <c:spPr>
            <a:solidFill>
              <a:schemeClr val="accent1"/>
            </a:solidFill>
            <a:ln>
              <a:noFill/>
            </a:ln>
            <a:effectLst/>
          </c:spPr>
          <c:invertIfNegative val="0"/>
          <c:dPt>
            <c:idx val="3"/>
            <c:invertIfNegative val="0"/>
            <c:bubble3D val="0"/>
            <c:spPr>
              <a:solidFill>
                <a:schemeClr val="accent6"/>
              </a:solidFill>
              <a:ln>
                <a:noFill/>
              </a:ln>
              <a:effectLst/>
            </c:spPr>
            <c:extLst>
              <c:ext xmlns:c16="http://schemas.microsoft.com/office/drawing/2014/chart" uri="{C3380CC4-5D6E-409C-BE32-E72D297353CC}">
                <c16:uniqueId val="{00000001-5BBB-4CC9-B8E3-CD2F05ACA09B}"/>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3-5BBB-4CC9-B8E3-CD2F05ACA09B}"/>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5-5BBB-4CC9-B8E3-CD2F05ACA09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pivot_table!$AC$52:$AC$58</c:f>
              <c:strCache>
                <c:ptCount val="6"/>
                <c:pt idx="0">
                  <c:v>Frappuccino</c:v>
                </c:pt>
                <c:pt idx="1">
                  <c:v>Brewed Coffee</c:v>
                </c:pt>
                <c:pt idx="2">
                  <c:v>Refresher</c:v>
                </c:pt>
                <c:pt idx="3">
                  <c:v>Tea</c:v>
                </c:pt>
                <c:pt idx="4">
                  <c:v>Other</c:v>
                </c:pt>
                <c:pt idx="5">
                  <c:v>Espresso</c:v>
                </c:pt>
              </c:strCache>
            </c:strRef>
          </c:cat>
          <c:val>
            <c:numRef>
              <c:f>pivot_table!$AD$52:$AD$58</c:f>
              <c:numCache>
                <c:formatCode>0.00</c:formatCode>
                <c:ptCount val="6"/>
                <c:pt idx="0">
                  <c:v>2.4601261387526279</c:v>
                </c:pt>
                <c:pt idx="1">
                  <c:v>2.4955965909090909</c:v>
                </c:pt>
                <c:pt idx="2">
                  <c:v>2.4961522317056106</c:v>
                </c:pt>
                <c:pt idx="3">
                  <c:v>2.5079611103283077</c:v>
                </c:pt>
                <c:pt idx="4">
                  <c:v>2.5113102859581731</c:v>
                </c:pt>
                <c:pt idx="5">
                  <c:v>2.5129365191573592</c:v>
                </c:pt>
              </c:numCache>
            </c:numRef>
          </c:val>
          <c:extLst>
            <c:ext xmlns:c16="http://schemas.microsoft.com/office/drawing/2014/chart" uri="{C3380CC4-5D6E-409C-BE32-E72D297353CC}">
              <c16:uniqueId val="{00000006-5BBB-4CC9-B8E3-CD2F05ACA09B}"/>
            </c:ext>
          </c:extLst>
        </c:ser>
        <c:dLbls>
          <c:dLblPos val="outEnd"/>
          <c:showLegendKey val="0"/>
          <c:showVal val="1"/>
          <c:showCatName val="0"/>
          <c:showSerName val="0"/>
          <c:showPercent val="0"/>
          <c:showBubbleSize val="0"/>
        </c:dLbls>
        <c:gapWidth val="25"/>
        <c:overlap val="25"/>
        <c:axId val="1475770223"/>
        <c:axId val="1475765423"/>
      </c:barChart>
      <c:catAx>
        <c:axId val="1475770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5765423"/>
        <c:crosses val="autoZero"/>
        <c:auto val="1"/>
        <c:lblAlgn val="ctr"/>
        <c:lblOffset val="100"/>
        <c:noMultiLvlLbl val="0"/>
      </c:catAx>
      <c:valAx>
        <c:axId val="1475765423"/>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57702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B632D-6948-C5E0-A38A-D3F828B5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04634828-E8BC-E3DE-7BFD-1F08F51CEC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D3FAB930-0359-892B-F397-C75F6DF17153}"/>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5" name="Footer Placeholder 4">
            <a:extLst>
              <a:ext uri="{FF2B5EF4-FFF2-40B4-BE49-F238E27FC236}">
                <a16:creationId xmlns:a16="http://schemas.microsoft.com/office/drawing/2014/main" id="{8FE05757-22C1-07E0-38B5-7594D2F8FAFA}"/>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628FEA1-1E8C-0009-2BC6-BE41486091F0}"/>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411773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1EF5C-ABFC-61AF-924C-13C86D2716A8}"/>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405B552C-ED1C-9257-14C1-E0BC0F86F7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6B7B580-612A-7DD0-9952-DD8855E751E8}"/>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5" name="Footer Placeholder 4">
            <a:extLst>
              <a:ext uri="{FF2B5EF4-FFF2-40B4-BE49-F238E27FC236}">
                <a16:creationId xmlns:a16="http://schemas.microsoft.com/office/drawing/2014/main" id="{C9A625CC-5663-ADC2-7337-216A1976339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E6FB840-A84D-C9A9-65D9-D625EF9A301D}"/>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3626970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1EE59-EEBF-ED6A-2146-5C5811BA7F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F3575B1C-1E67-1824-A884-08A4A0BCD9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E9AB17-C290-1D8F-3082-5E4EDAE3EEBE}"/>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5" name="Footer Placeholder 4">
            <a:extLst>
              <a:ext uri="{FF2B5EF4-FFF2-40B4-BE49-F238E27FC236}">
                <a16:creationId xmlns:a16="http://schemas.microsoft.com/office/drawing/2014/main" id="{D8937D5F-2D10-AA54-1887-917D78EC068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A3481A5-E39A-A2B3-736C-C60F8FF43D54}"/>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3548996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18390-F67E-7360-95AD-50F30EA8E512}"/>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09F01044-0B8E-FAFA-F8CA-4674570D0D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E58F36DD-1F93-8979-31D9-8936812B55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3027121C-96B4-51B8-D0C1-9A219E718F33}"/>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6" name="Footer Placeholder 5">
            <a:extLst>
              <a:ext uri="{FF2B5EF4-FFF2-40B4-BE49-F238E27FC236}">
                <a16:creationId xmlns:a16="http://schemas.microsoft.com/office/drawing/2014/main" id="{0C922DB9-D0AD-9B80-597C-14A716133CE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06A61539-1610-4E90-CDB0-5827979CF62F}"/>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3444077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374C-4DD4-8F7F-666E-B9C4DA0EFFC7}"/>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B279993-7388-0775-57AB-4783ACA52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7D3A1E-1506-5C53-8C70-1334E7566E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89D4F3F8-F15C-40F3-4DC5-44858967EA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BA86E0-752E-4420-0412-BA0B74DACF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EE97E7E0-2315-EC6E-54F7-C5855E32FFAF}"/>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8" name="Footer Placeholder 7">
            <a:extLst>
              <a:ext uri="{FF2B5EF4-FFF2-40B4-BE49-F238E27FC236}">
                <a16:creationId xmlns:a16="http://schemas.microsoft.com/office/drawing/2014/main" id="{C42736E0-9985-EFC9-833F-16BE4391D090}"/>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9DE31ED4-8754-BD03-150F-353F00F7AE7A}"/>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227374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5247-784B-266E-89F4-8649D9975D3A}"/>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57C5218B-C634-32AE-71FC-4097B9F40865}"/>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4" name="Footer Placeholder 3">
            <a:extLst>
              <a:ext uri="{FF2B5EF4-FFF2-40B4-BE49-F238E27FC236}">
                <a16:creationId xmlns:a16="http://schemas.microsoft.com/office/drawing/2014/main" id="{F23F1A67-FC25-F04C-BDD8-2C086763BC6E}"/>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2A480207-BD44-8DF5-DD34-CACCC1066AA9}"/>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203520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57D78C-B720-AE8E-A448-36D164FB6023}"/>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3" name="Footer Placeholder 2">
            <a:extLst>
              <a:ext uri="{FF2B5EF4-FFF2-40B4-BE49-F238E27FC236}">
                <a16:creationId xmlns:a16="http://schemas.microsoft.com/office/drawing/2014/main" id="{3B346B9C-E9AF-B79A-CB42-FE040C12D16D}"/>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C00D11D8-0CD9-042D-DEC9-CF088F60D450}"/>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2646753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73BEA-C919-C18F-ED47-5EE37008A6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53A83B7A-33D8-3CA5-2052-A6954D1148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F6EF1118-980B-40E2-275E-8B6FED207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1CF038-DB6D-3266-E65E-AB517E7FC2DB}"/>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6" name="Footer Placeholder 5">
            <a:extLst>
              <a:ext uri="{FF2B5EF4-FFF2-40B4-BE49-F238E27FC236}">
                <a16:creationId xmlns:a16="http://schemas.microsoft.com/office/drawing/2014/main" id="{4F728449-AE89-6985-5E15-175B93D5BBB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7F99B1C9-7DA6-9257-9628-89B8859436D5}"/>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2759173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68C53-EDBE-12FA-6AD6-6C42041B41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B4718B65-4F42-BA6E-ECDB-6F8B949DAE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C61ADF33-B0DA-2DB8-4203-EE667B7FD9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0FE0B3-ED12-85D1-5B0B-0C5EAED89FA0}"/>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6" name="Footer Placeholder 5">
            <a:extLst>
              <a:ext uri="{FF2B5EF4-FFF2-40B4-BE49-F238E27FC236}">
                <a16:creationId xmlns:a16="http://schemas.microsoft.com/office/drawing/2014/main" id="{8F80C0D3-39CB-3B5C-B26E-72B061F5EBEF}"/>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20BF449-FD3D-45AC-F6BD-5720E7272D01}"/>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161559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182A2-4E22-EA88-871D-A7E99E9EF2B8}"/>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FE21605E-1DC8-DC7D-B7BA-15FFB12590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FBCB4F4-EDB6-73F0-317C-C9396605213D}"/>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5" name="Footer Placeholder 4">
            <a:extLst>
              <a:ext uri="{FF2B5EF4-FFF2-40B4-BE49-F238E27FC236}">
                <a16:creationId xmlns:a16="http://schemas.microsoft.com/office/drawing/2014/main" id="{E478215D-09FA-2A0A-3880-BD5B84B1ED4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7BF189F-5E03-D207-3413-1E6258DC9237}"/>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2019057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547151-B348-F85C-553F-F586161045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3B5FA8D-81CD-3D97-2CC4-AE4A667A47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E9C6B88-B426-60A9-AE05-389DC7E611F5}"/>
              </a:ext>
            </a:extLst>
          </p:cNvPr>
          <p:cNvSpPr>
            <a:spLocks noGrp="1"/>
          </p:cNvSpPr>
          <p:nvPr>
            <p:ph type="dt" sz="half" idx="10"/>
          </p:nvPr>
        </p:nvSpPr>
        <p:spPr/>
        <p:txBody>
          <a:bodyPr/>
          <a:lstStyle/>
          <a:p>
            <a:fld id="{D6882E68-4CB2-410C-ABCE-4FC05E9AB7B5}" type="datetimeFigureOut">
              <a:rPr lang="en-ID" smtClean="0"/>
              <a:t>12/03/2026</a:t>
            </a:fld>
            <a:endParaRPr lang="en-ID"/>
          </a:p>
        </p:txBody>
      </p:sp>
      <p:sp>
        <p:nvSpPr>
          <p:cNvPr id="5" name="Footer Placeholder 4">
            <a:extLst>
              <a:ext uri="{FF2B5EF4-FFF2-40B4-BE49-F238E27FC236}">
                <a16:creationId xmlns:a16="http://schemas.microsoft.com/office/drawing/2014/main" id="{30CFEAF5-8EA7-BA50-0F99-CB1AFD27E7A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E2E97E2-A3F7-0DF6-9832-4061E12E75DC}"/>
              </a:ext>
            </a:extLst>
          </p:cNvPr>
          <p:cNvSpPr>
            <a:spLocks noGrp="1"/>
          </p:cNvSpPr>
          <p:nvPr>
            <p:ph type="sldNum" sz="quarter" idx="12"/>
          </p:nvPr>
        </p:nvSpPr>
        <p:spPr/>
        <p:txBody>
          <a:bodyPr/>
          <a:lstStyle/>
          <a:p>
            <a:fld id="{13038810-8926-4BC9-8824-0B015B20B591}" type="slidenum">
              <a:rPr lang="en-ID" smtClean="0"/>
              <a:t>‹#›</a:t>
            </a:fld>
            <a:endParaRPr lang="en-ID"/>
          </a:p>
        </p:txBody>
      </p:sp>
    </p:spTree>
    <p:extLst>
      <p:ext uri="{BB962C8B-B14F-4D97-AF65-F5344CB8AC3E}">
        <p14:creationId xmlns:p14="http://schemas.microsoft.com/office/powerpoint/2010/main" val="1726873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AC50E5-0911-AEA4-D7A9-E7945A9791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CB0E08C-A538-F5AE-AFDB-5AC1F2681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BD3BCA1-12F5-6D8B-C7A3-5D502D211B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882E68-4CB2-410C-ABCE-4FC05E9AB7B5}" type="datetimeFigureOut">
              <a:rPr lang="en-ID" smtClean="0"/>
              <a:t>12/03/2026</a:t>
            </a:fld>
            <a:endParaRPr lang="en-ID"/>
          </a:p>
        </p:txBody>
      </p:sp>
      <p:sp>
        <p:nvSpPr>
          <p:cNvPr id="5" name="Footer Placeholder 4">
            <a:extLst>
              <a:ext uri="{FF2B5EF4-FFF2-40B4-BE49-F238E27FC236}">
                <a16:creationId xmlns:a16="http://schemas.microsoft.com/office/drawing/2014/main" id="{62919D04-D2E7-4466-43F0-5BD0F83530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3926BD06-E904-2DB1-4E76-A8F7316F79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38810-8926-4BC9-8824-0B015B20B591}" type="slidenum">
              <a:rPr lang="en-ID" smtClean="0"/>
              <a:t>‹#›</a:t>
            </a:fld>
            <a:endParaRPr lang="en-ID"/>
          </a:p>
        </p:txBody>
      </p:sp>
    </p:spTree>
    <p:extLst>
      <p:ext uri="{BB962C8B-B14F-4D97-AF65-F5344CB8AC3E}">
        <p14:creationId xmlns:p14="http://schemas.microsoft.com/office/powerpoint/2010/main" val="2931751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4353FA-A4B1-DBF7-927C-C5B3E89FD19D}"/>
              </a:ext>
            </a:extLst>
          </p:cNvPr>
          <p:cNvSpPr>
            <a:spLocks noGrp="1"/>
          </p:cNvSpPr>
          <p:nvPr>
            <p:ph type="ctrTitle"/>
          </p:nvPr>
        </p:nvSpPr>
        <p:spPr/>
        <p:txBody>
          <a:bodyPr/>
          <a:lstStyle/>
          <a:p>
            <a:r>
              <a:rPr lang="en-ID" b="1" dirty="0"/>
              <a:t>Starbucks Customer Ordering Patterns</a:t>
            </a:r>
          </a:p>
        </p:txBody>
      </p:sp>
      <p:sp>
        <p:nvSpPr>
          <p:cNvPr id="2" name="Subtitle 1">
            <a:extLst>
              <a:ext uri="{FF2B5EF4-FFF2-40B4-BE49-F238E27FC236}">
                <a16:creationId xmlns:a16="http://schemas.microsoft.com/office/drawing/2014/main" id="{395192C2-123A-F3D4-CCCD-35CFFEF610C9}"/>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3505873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081D17-FDDF-6460-E98A-7BFDDD1DB0C5}"/>
              </a:ext>
            </a:extLst>
          </p:cNvPr>
          <p:cNvSpPr>
            <a:spLocks noGrp="1"/>
          </p:cNvSpPr>
          <p:nvPr>
            <p:ph type="title"/>
          </p:nvPr>
        </p:nvSpPr>
        <p:spPr/>
        <p:txBody>
          <a:bodyPr>
            <a:normAutofit/>
          </a:bodyPr>
          <a:lstStyle/>
          <a:p>
            <a:r>
              <a:rPr lang="en-ID" b="1" dirty="0"/>
              <a:t>Overview</a:t>
            </a:r>
          </a:p>
        </p:txBody>
      </p:sp>
      <p:sp>
        <p:nvSpPr>
          <p:cNvPr id="5" name="Content Placeholder 4">
            <a:extLst>
              <a:ext uri="{FF2B5EF4-FFF2-40B4-BE49-F238E27FC236}">
                <a16:creationId xmlns:a16="http://schemas.microsoft.com/office/drawing/2014/main" id="{CCA626A6-9912-BD4C-EBF1-0C43E1EE58F3}"/>
              </a:ext>
            </a:extLst>
          </p:cNvPr>
          <p:cNvSpPr>
            <a:spLocks noGrp="1"/>
          </p:cNvSpPr>
          <p:nvPr>
            <p:ph idx="1"/>
          </p:nvPr>
        </p:nvSpPr>
        <p:spPr/>
        <p:txBody>
          <a:bodyPr>
            <a:normAutofit fontScale="55000" lnSpcReduction="20000"/>
          </a:bodyPr>
          <a:lstStyle/>
          <a:p>
            <a:pPr marL="0" indent="0" algn="just">
              <a:buNone/>
            </a:pPr>
            <a:r>
              <a:rPr lang="en-US" dirty="0"/>
              <a:t>This dataset provides a comprehensive simulation of Starbucks customer ordering patterns across 100,000 transactions, bridging the gap between digital and physical retail channels over a two-year period (2024–2025). It tracks granular metrics including ordering channel (Mobile App, Drive-Thru, In-Store, Kiosk), customer demographics, fulfillment efficiency, and complex basket details like item count and customizations. Specifically engineered to reflect modern retail trends, the data captures the "Digital Venti Effect"—where mobile app users demonstrate higher average order values, more frequent customizations, and distinct age-based adoption skews compared to traditional in-store shoppers.</a:t>
            </a:r>
          </a:p>
          <a:p>
            <a:pPr marL="0" indent="0">
              <a:buNone/>
            </a:pPr>
            <a:r>
              <a:rPr lang="en-ID" dirty="0"/>
              <a:t>Primary Use Cases</a:t>
            </a:r>
          </a:p>
          <a:p>
            <a:pPr marL="514350" indent="-514350" algn="just" fontAlgn="base">
              <a:buFont typeface="+mj-lt"/>
              <a:buAutoNum type="arabicPeriod"/>
            </a:pPr>
            <a:r>
              <a:rPr lang="en-US" dirty="0"/>
              <a:t>Channel Migration Analysis: Quantify the shift from physical to digital ordering and identify which customer segments (by age or location) are lagging in mobile adoption.</a:t>
            </a:r>
          </a:p>
          <a:p>
            <a:pPr marL="514350" indent="-514350" algn="just" fontAlgn="base">
              <a:buFont typeface="+mj-lt"/>
              <a:buAutoNum type="arabicPeriod"/>
            </a:pPr>
            <a:r>
              <a:rPr lang="en-US" dirty="0"/>
              <a:t>Customer Segmentation (Persona Building): Use K-Means clustering or RFM (Recency, Frequency, Monetary) analysis to identify high-value "Coffee Enthusiasts" vs. "Morning Commuters."</a:t>
            </a:r>
          </a:p>
          <a:p>
            <a:pPr marL="514350" indent="-514350" algn="just" fontAlgn="base">
              <a:buFont typeface="+mj-lt"/>
              <a:buAutoNum type="arabicPeriod"/>
            </a:pPr>
            <a:r>
              <a:rPr lang="en-US" dirty="0"/>
              <a:t>Predictive Revenue Modeling: Build regression models to predict </a:t>
            </a:r>
            <a:r>
              <a:rPr lang="en-US" dirty="0" err="1"/>
              <a:t>total_spend</a:t>
            </a:r>
            <a:r>
              <a:rPr lang="en-US" dirty="0"/>
              <a:t> based on time of day, store location type, and customization counts.</a:t>
            </a:r>
          </a:p>
          <a:p>
            <a:pPr marL="514350" indent="-514350" algn="just" fontAlgn="base">
              <a:buFont typeface="+mj-lt"/>
              <a:buAutoNum type="arabicPeriod"/>
            </a:pPr>
            <a:r>
              <a:rPr lang="en-US" dirty="0"/>
              <a:t>Operations &amp; Bottleneck Identification: Analyze </a:t>
            </a:r>
            <a:r>
              <a:rPr lang="en-US" dirty="0" err="1"/>
              <a:t>fulfillment_time_min</a:t>
            </a:r>
            <a:r>
              <a:rPr lang="en-US" dirty="0"/>
              <a:t> to find operational inefficiencies between Drive-Thru and Mobile Order-Ahead during peak morning rushes.</a:t>
            </a:r>
          </a:p>
          <a:p>
            <a:pPr marL="514350" indent="-514350" algn="just" fontAlgn="base">
              <a:buFont typeface="+mj-lt"/>
              <a:buAutoNum type="arabicPeriod"/>
            </a:pPr>
            <a:r>
              <a:rPr lang="en-US" dirty="0"/>
              <a:t>Loyalty Program Impact Study: Evaluate how "Rewards Member" status correlates with basket size, visit frequency, and overall customer satisfaction.</a:t>
            </a:r>
          </a:p>
          <a:p>
            <a:pPr marL="514350" indent="-514350" algn="just" fontAlgn="base">
              <a:buFont typeface="+mj-lt"/>
              <a:buAutoNum type="arabicPeriod"/>
            </a:pPr>
            <a:r>
              <a:rPr lang="en-US" dirty="0"/>
              <a:t>Menu Optimization: Correlate specific </a:t>
            </a:r>
            <a:r>
              <a:rPr lang="en-US" dirty="0" err="1"/>
              <a:t>drink_categories</a:t>
            </a:r>
            <a:r>
              <a:rPr lang="en-US" dirty="0"/>
              <a:t> with customization trends to suggest where "Mobile-Only" menu features might drive the most revenue.</a:t>
            </a:r>
          </a:p>
          <a:p>
            <a:pPr marL="0" indent="0">
              <a:buNone/>
            </a:pPr>
            <a:endParaRPr lang="en-ID" dirty="0"/>
          </a:p>
        </p:txBody>
      </p:sp>
    </p:spTree>
    <p:extLst>
      <p:ext uri="{BB962C8B-B14F-4D97-AF65-F5344CB8AC3E}">
        <p14:creationId xmlns:p14="http://schemas.microsoft.com/office/powerpoint/2010/main" val="1598867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AD0027-F722-0787-E564-93151A463B0D}"/>
              </a:ext>
            </a:extLst>
          </p:cNvPr>
          <p:cNvSpPr>
            <a:spLocks noGrp="1"/>
          </p:cNvSpPr>
          <p:nvPr>
            <p:ph type="title"/>
          </p:nvPr>
        </p:nvSpPr>
        <p:spPr/>
        <p:txBody>
          <a:bodyPr>
            <a:normAutofit/>
          </a:bodyPr>
          <a:lstStyle/>
          <a:p>
            <a:pPr algn="just"/>
            <a:r>
              <a:rPr lang="en-US" sz="1600" b="1" dirty="0"/>
              <a:t>1. Channel Migration Analysis: Quantify the shift from physical to digital ordering and identify which customer segments (by age or location) are lagging in mobile adoption.</a:t>
            </a:r>
            <a:endParaRPr lang="en-ID" sz="1600" b="1" dirty="0"/>
          </a:p>
        </p:txBody>
      </p:sp>
      <p:sp>
        <p:nvSpPr>
          <p:cNvPr id="5" name="Text Placeholder 4">
            <a:extLst>
              <a:ext uri="{FF2B5EF4-FFF2-40B4-BE49-F238E27FC236}">
                <a16:creationId xmlns:a16="http://schemas.microsoft.com/office/drawing/2014/main" id="{9E6DC474-595A-32BD-E335-ABDEC7435689}"/>
              </a:ext>
            </a:extLst>
          </p:cNvPr>
          <p:cNvSpPr>
            <a:spLocks noGrp="1"/>
          </p:cNvSpPr>
          <p:nvPr>
            <p:ph type="body" sz="half" idx="2"/>
          </p:nvPr>
        </p:nvSpPr>
        <p:spPr/>
        <p:txBody>
          <a:bodyPr>
            <a:normAutofit/>
          </a:bodyPr>
          <a:lstStyle/>
          <a:p>
            <a:pPr algn="just"/>
            <a:r>
              <a:rPr lang="en-US" dirty="0"/>
              <a:t>The purchasing trend through the Mobile App channel showed a </a:t>
            </a:r>
            <a:r>
              <a:rPr lang="en-US" b="1" dirty="0"/>
              <a:t>fluctuating pattern</a:t>
            </a:r>
            <a:r>
              <a:rPr lang="en-US" dirty="0"/>
              <a:t>. In </a:t>
            </a:r>
            <a:r>
              <a:rPr lang="en-US" b="1" dirty="0"/>
              <a:t>2024</a:t>
            </a:r>
            <a:r>
              <a:rPr lang="en-US" dirty="0"/>
              <a:t>, the </a:t>
            </a:r>
            <a:r>
              <a:rPr lang="en-US" b="1" dirty="0"/>
              <a:t>highest </a:t>
            </a:r>
            <a:r>
              <a:rPr lang="en-US" dirty="0"/>
              <a:t>number of transactions occurred in </a:t>
            </a:r>
            <a:r>
              <a:rPr lang="en-US" b="1" dirty="0"/>
              <a:t>October (1,841)</a:t>
            </a:r>
            <a:r>
              <a:rPr lang="en-US" dirty="0"/>
              <a:t> and the lowest in </a:t>
            </a:r>
            <a:r>
              <a:rPr lang="en-US" b="1" dirty="0"/>
              <a:t>February (1,714)</a:t>
            </a:r>
            <a:r>
              <a:rPr lang="en-US" dirty="0"/>
              <a:t>, while in </a:t>
            </a:r>
            <a:r>
              <a:rPr lang="en-US" b="1" dirty="0"/>
              <a:t>2025 </a:t>
            </a:r>
            <a:r>
              <a:rPr lang="en-US" dirty="0"/>
              <a:t>the </a:t>
            </a:r>
            <a:r>
              <a:rPr lang="en-US" b="1" dirty="0"/>
              <a:t>highest</a:t>
            </a:r>
            <a:r>
              <a:rPr lang="en-US" dirty="0"/>
              <a:t> number occurred in </a:t>
            </a:r>
            <a:r>
              <a:rPr lang="en-US" b="1" dirty="0"/>
              <a:t>July (1,868)</a:t>
            </a:r>
            <a:r>
              <a:rPr lang="en-US" dirty="0"/>
              <a:t> and the </a:t>
            </a:r>
            <a:r>
              <a:rPr lang="en-US" b="1" dirty="0"/>
              <a:t>lowest </a:t>
            </a:r>
            <a:r>
              <a:rPr lang="en-US" dirty="0"/>
              <a:t>in </a:t>
            </a:r>
            <a:r>
              <a:rPr lang="en-US" b="1" dirty="0"/>
              <a:t>April (1,650)</a:t>
            </a:r>
            <a:r>
              <a:rPr lang="en-US" dirty="0"/>
              <a:t>. This pattern indicates a seasonal influence on Mobile App usage.</a:t>
            </a:r>
            <a:endParaRPr lang="en-ID" b="1" dirty="0"/>
          </a:p>
        </p:txBody>
      </p:sp>
      <p:graphicFrame>
        <p:nvGraphicFramePr>
          <p:cNvPr id="16" name="Content Placeholder 15">
            <a:extLst>
              <a:ext uri="{FF2B5EF4-FFF2-40B4-BE49-F238E27FC236}">
                <a16:creationId xmlns:a16="http://schemas.microsoft.com/office/drawing/2014/main" id="{4E391A45-7859-47DF-8981-A8705C1EC6C3}"/>
              </a:ext>
            </a:extLst>
          </p:cNvPr>
          <p:cNvGraphicFramePr>
            <a:graphicFrameLocks noGrp="1"/>
          </p:cNvGraphicFramePr>
          <p:nvPr>
            <p:ph idx="1"/>
            <p:extLst>
              <p:ext uri="{D42A27DB-BD31-4B8C-83A1-F6EECF244321}">
                <p14:modId xmlns:p14="http://schemas.microsoft.com/office/powerpoint/2010/main" val="1351133566"/>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78203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01B7E7-BEC4-9551-0A61-CB2017317DAF}"/>
              </a:ext>
            </a:extLst>
          </p:cNvPr>
          <p:cNvSpPr>
            <a:spLocks noGrp="1"/>
          </p:cNvSpPr>
          <p:nvPr>
            <p:ph type="title"/>
          </p:nvPr>
        </p:nvSpPr>
        <p:spPr/>
        <p:txBody>
          <a:bodyPr/>
          <a:lstStyle/>
          <a:p>
            <a:endParaRPr lang="en-ID" dirty="0"/>
          </a:p>
        </p:txBody>
      </p:sp>
      <p:sp>
        <p:nvSpPr>
          <p:cNvPr id="7" name="Text Placeholder 6">
            <a:extLst>
              <a:ext uri="{FF2B5EF4-FFF2-40B4-BE49-F238E27FC236}">
                <a16:creationId xmlns:a16="http://schemas.microsoft.com/office/drawing/2014/main" id="{B4832F84-1241-C6D0-8CC2-7E9242A7FBA4}"/>
              </a:ext>
            </a:extLst>
          </p:cNvPr>
          <p:cNvSpPr>
            <a:spLocks noGrp="1"/>
          </p:cNvSpPr>
          <p:nvPr>
            <p:ph type="body" sz="half" idx="2"/>
          </p:nvPr>
        </p:nvSpPr>
        <p:spPr/>
        <p:txBody>
          <a:bodyPr>
            <a:normAutofit/>
          </a:bodyPr>
          <a:lstStyle/>
          <a:p>
            <a:r>
              <a:rPr lang="en-US" dirty="0"/>
              <a:t>The distribution of orders through the </a:t>
            </a:r>
            <a:r>
              <a:rPr lang="en-US" b="1" dirty="0"/>
              <a:t>Mobile App </a:t>
            </a:r>
            <a:r>
              <a:rPr lang="en-US" dirty="0"/>
              <a:t>channel showed different total transactions across regions. The </a:t>
            </a:r>
            <a:r>
              <a:rPr lang="en-US" b="1" dirty="0"/>
              <a:t>West </a:t>
            </a:r>
            <a:r>
              <a:rPr lang="en-US" dirty="0"/>
              <a:t>region recorded the </a:t>
            </a:r>
            <a:r>
              <a:rPr lang="en-US" b="1" dirty="0"/>
              <a:t>highest </a:t>
            </a:r>
            <a:r>
              <a:rPr lang="en-US" dirty="0"/>
              <a:t>number of orders with </a:t>
            </a:r>
            <a:r>
              <a:rPr lang="en-US" b="1" dirty="0"/>
              <a:t>6,969 </a:t>
            </a:r>
            <a:r>
              <a:rPr lang="en-US" dirty="0"/>
              <a:t>transactions, followed by the </a:t>
            </a:r>
            <a:r>
              <a:rPr lang="en-US" b="1" dirty="0"/>
              <a:t>Southeast (6,420)</a:t>
            </a:r>
            <a:r>
              <a:rPr lang="en-US" dirty="0"/>
              <a:t> and the </a:t>
            </a:r>
            <a:r>
              <a:rPr lang="en-US" b="1" dirty="0"/>
              <a:t>Southwest (6,304)</a:t>
            </a:r>
            <a:r>
              <a:rPr lang="en-US" dirty="0"/>
              <a:t>. Meanwhile, the </a:t>
            </a:r>
            <a:r>
              <a:rPr lang="en-US" b="1" dirty="0"/>
              <a:t>Northeast </a:t>
            </a:r>
            <a:r>
              <a:rPr lang="en-US" dirty="0"/>
              <a:t>had the </a:t>
            </a:r>
            <a:r>
              <a:rPr lang="en-US" b="1" dirty="0"/>
              <a:t>lowest </a:t>
            </a:r>
            <a:r>
              <a:rPr lang="en-US" dirty="0"/>
              <a:t>number of transactions with </a:t>
            </a:r>
            <a:r>
              <a:rPr lang="en-US" b="1" dirty="0"/>
              <a:t>5,823 </a:t>
            </a:r>
            <a:r>
              <a:rPr lang="en-US" dirty="0"/>
              <a:t>orders, indicating variations in the level of Mobile App adoption across regions.</a:t>
            </a:r>
            <a:endParaRPr lang="en-ID" dirty="0"/>
          </a:p>
        </p:txBody>
      </p:sp>
      <p:graphicFrame>
        <p:nvGraphicFramePr>
          <p:cNvPr id="9" name="Picture Placeholder 8">
            <a:extLst>
              <a:ext uri="{FF2B5EF4-FFF2-40B4-BE49-F238E27FC236}">
                <a16:creationId xmlns:a16="http://schemas.microsoft.com/office/drawing/2014/main" id="{99C14E26-29FA-4576-A46D-046DA534AD08}"/>
              </a:ext>
            </a:extLst>
          </p:cNvPr>
          <p:cNvGraphicFramePr>
            <a:graphicFrameLocks noGrp="1"/>
          </p:cNvGraphicFramePr>
          <p:nvPr>
            <p:ph type="pic" idx="1"/>
            <p:extLst>
              <p:ext uri="{D42A27DB-BD31-4B8C-83A1-F6EECF244321}">
                <p14:modId xmlns:p14="http://schemas.microsoft.com/office/powerpoint/2010/main" val="2854710231"/>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81797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F003D-9A5F-7F14-ABCA-5D8A892D4512}"/>
              </a:ext>
            </a:extLst>
          </p:cNvPr>
          <p:cNvSpPr>
            <a:spLocks noGrp="1"/>
          </p:cNvSpPr>
          <p:nvPr>
            <p:ph type="title"/>
          </p:nvPr>
        </p:nvSpPr>
        <p:spPr/>
        <p:txBody>
          <a:bodyPr/>
          <a:lstStyle/>
          <a:p>
            <a:endParaRPr lang="en-ID"/>
          </a:p>
        </p:txBody>
      </p:sp>
      <p:sp>
        <p:nvSpPr>
          <p:cNvPr id="4" name="Text Placeholder 3">
            <a:extLst>
              <a:ext uri="{FF2B5EF4-FFF2-40B4-BE49-F238E27FC236}">
                <a16:creationId xmlns:a16="http://schemas.microsoft.com/office/drawing/2014/main" id="{717580A9-FCFD-8A0A-7DA6-AAF88718BCCD}"/>
              </a:ext>
            </a:extLst>
          </p:cNvPr>
          <p:cNvSpPr>
            <a:spLocks noGrp="1"/>
          </p:cNvSpPr>
          <p:nvPr>
            <p:ph type="body" sz="half" idx="2"/>
          </p:nvPr>
        </p:nvSpPr>
        <p:spPr/>
        <p:txBody>
          <a:bodyPr>
            <a:normAutofit/>
          </a:bodyPr>
          <a:lstStyle/>
          <a:p>
            <a:r>
              <a:rPr lang="en-US" dirty="0"/>
              <a:t>Orders placed through the Mobile App channel were primarily dominated by users aged </a:t>
            </a:r>
            <a:r>
              <a:rPr lang="en-US" b="1" dirty="0"/>
              <a:t>25–34</a:t>
            </a:r>
            <a:r>
              <a:rPr lang="en-US" dirty="0"/>
              <a:t>, with </a:t>
            </a:r>
            <a:r>
              <a:rPr lang="en-US" b="1" dirty="0"/>
              <a:t>4,387 </a:t>
            </a:r>
            <a:r>
              <a:rPr lang="en-US" dirty="0"/>
              <a:t>transactions. This was followed by the </a:t>
            </a:r>
            <a:r>
              <a:rPr lang="en-US" b="1" dirty="0"/>
              <a:t>35–44</a:t>
            </a:r>
            <a:r>
              <a:rPr lang="en-US" dirty="0"/>
              <a:t> age group </a:t>
            </a:r>
            <a:r>
              <a:rPr lang="en-US" b="1" dirty="0"/>
              <a:t>(3,355) </a:t>
            </a:r>
            <a:r>
              <a:rPr lang="en-US" dirty="0"/>
              <a:t>and the </a:t>
            </a:r>
            <a:r>
              <a:rPr lang="en-US" b="1" dirty="0"/>
              <a:t>18–24 </a:t>
            </a:r>
            <a:r>
              <a:rPr lang="en-US" dirty="0"/>
              <a:t>age group </a:t>
            </a:r>
            <a:r>
              <a:rPr lang="en-US" b="1" dirty="0"/>
              <a:t>(2,976)</a:t>
            </a:r>
            <a:r>
              <a:rPr lang="en-US" dirty="0"/>
              <a:t>. In contrast, the </a:t>
            </a:r>
            <a:r>
              <a:rPr lang="en-US" b="1" dirty="0"/>
              <a:t>55+</a:t>
            </a:r>
            <a:r>
              <a:rPr lang="en-US" dirty="0"/>
              <a:t> age group recorded the </a:t>
            </a:r>
            <a:r>
              <a:rPr lang="en-US" b="1" dirty="0"/>
              <a:t>lowest </a:t>
            </a:r>
            <a:r>
              <a:rPr lang="en-US" dirty="0"/>
              <a:t>number of transactions, with only </a:t>
            </a:r>
            <a:r>
              <a:rPr lang="en-US" b="1" dirty="0"/>
              <a:t>726 </a:t>
            </a:r>
            <a:r>
              <a:rPr lang="en-US" dirty="0"/>
              <a:t>orders. This suggests that Mobile App usage is significantly </a:t>
            </a:r>
            <a:r>
              <a:rPr lang="en-US" b="1" dirty="0"/>
              <a:t>higher</a:t>
            </a:r>
            <a:r>
              <a:rPr lang="en-US" dirty="0"/>
              <a:t> among the </a:t>
            </a:r>
            <a:r>
              <a:rPr lang="en-US" b="1" dirty="0"/>
              <a:t>productive-age</a:t>
            </a:r>
            <a:r>
              <a:rPr lang="en-US" dirty="0"/>
              <a:t> population compared to </a:t>
            </a:r>
            <a:r>
              <a:rPr lang="en-US" b="1" dirty="0"/>
              <a:t>older age groups</a:t>
            </a:r>
            <a:r>
              <a:rPr lang="en-US" dirty="0"/>
              <a:t>.</a:t>
            </a:r>
            <a:endParaRPr lang="en-ID" b="1" dirty="0"/>
          </a:p>
        </p:txBody>
      </p:sp>
      <p:graphicFrame>
        <p:nvGraphicFramePr>
          <p:cNvPr id="7" name="Picture Placeholder 6">
            <a:extLst>
              <a:ext uri="{FF2B5EF4-FFF2-40B4-BE49-F238E27FC236}">
                <a16:creationId xmlns:a16="http://schemas.microsoft.com/office/drawing/2014/main" id="{0FDF0860-19D8-48DC-8AD1-CCE405F5C37C}"/>
              </a:ext>
            </a:extLst>
          </p:cNvPr>
          <p:cNvGraphicFramePr>
            <a:graphicFrameLocks noGrp="1"/>
          </p:cNvGraphicFramePr>
          <p:nvPr>
            <p:ph type="pic" idx="1"/>
            <p:extLst>
              <p:ext uri="{D42A27DB-BD31-4B8C-83A1-F6EECF244321}">
                <p14:modId xmlns:p14="http://schemas.microsoft.com/office/powerpoint/2010/main" val="3605582260"/>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29522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384E-F80B-7533-7653-6C7CCACB4687}"/>
              </a:ext>
            </a:extLst>
          </p:cNvPr>
          <p:cNvSpPr>
            <a:spLocks noGrp="1"/>
          </p:cNvSpPr>
          <p:nvPr>
            <p:ph type="title"/>
          </p:nvPr>
        </p:nvSpPr>
        <p:spPr/>
        <p:txBody>
          <a:bodyPr>
            <a:normAutofit/>
          </a:bodyPr>
          <a:lstStyle/>
          <a:p>
            <a:r>
              <a:rPr lang="en-US" sz="1600" b="1" dirty="0"/>
              <a:t>2. Customer Segmentation (Persona Building): Use K-Means clustering or RFM (Recency, Frequency, Monetary) analysis to identify high-value "Coffee Enthusiasts" vs. "Morning Commuters."</a:t>
            </a:r>
            <a:endParaRPr lang="en-ID" sz="1600" b="1" dirty="0"/>
          </a:p>
        </p:txBody>
      </p:sp>
      <p:sp>
        <p:nvSpPr>
          <p:cNvPr id="4" name="Text Placeholder 3">
            <a:extLst>
              <a:ext uri="{FF2B5EF4-FFF2-40B4-BE49-F238E27FC236}">
                <a16:creationId xmlns:a16="http://schemas.microsoft.com/office/drawing/2014/main" id="{179625BC-071D-1998-2A7F-EF215656EF00}"/>
              </a:ext>
            </a:extLst>
          </p:cNvPr>
          <p:cNvSpPr>
            <a:spLocks noGrp="1"/>
          </p:cNvSpPr>
          <p:nvPr>
            <p:ph type="body" sz="half" idx="2"/>
          </p:nvPr>
        </p:nvSpPr>
        <p:spPr/>
        <p:txBody>
          <a:bodyPr/>
          <a:lstStyle/>
          <a:p>
            <a:r>
              <a:rPr lang="en-US" dirty="0"/>
              <a:t>The distribution of orders through the Mobile App channel shows that the </a:t>
            </a:r>
            <a:r>
              <a:rPr lang="en-US" b="1" dirty="0"/>
              <a:t>Morning Commuters</a:t>
            </a:r>
            <a:r>
              <a:rPr lang="en-US" dirty="0"/>
              <a:t> segment dominates with 12,074 transactions. Meanwhile, the </a:t>
            </a:r>
            <a:r>
              <a:rPr lang="en-US" b="1" dirty="0"/>
              <a:t>Coffee Enthusiasts</a:t>
            </a:r>
            <a:r>
              <a:rPr lang="en-US" dirty="0"/>
              <a:t> segment recorded 2,914 transactions. This indicates that customers who make purchases in the morning tend to use the Mobile App more frequently to place orders.</a:t>
            </a:r>
            <a:endParaRPr lang="en-ID" dirty="0"/>
          </a:p>
        </p:txBody>
      </p:sp>
      <p:graphicFrame>
        <p:nvGraphicFramePr>
          <p:cNvPr id="7" name="Picture Placeholder 4">
            <a:extLst>
              <a:ext uri="{FF2B5EF4-FFF2-40B4-BE49-F238E27FC236}">
                <a16:creationId xmlns:a16="http://schemas.microsoft.com/office/drawing/2014/main" id="{EDB8A54E-A2DF-4EEE-8408-4CC60E9F5003}"/>
              </a:ext>
            </a:extLst>
          </p:cNvPr>
          <p:cNvGraphicFramePr>
            <a:graphicFrameLocks noGrp="1"/>
          </p:cNvGraphicFramePr>
          <p:nvPr>
            <p:ph type="pic" idx="1"/>
            <p:extLst>
              <p:ext uri="{D42A27DB-BD31-4B8C-83A1-F6EECF244321}">
                <p14:modId xmlns:p14="http://schemas.microsoft.com/office/powerpoint/2010/main" val="3607073669"/>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779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0B1B8-3A76-FEB9-68C1-66E22F7F9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691B5-D627-C3EC-F383-FC9577EE7366}"/>
              </a:ext>
            </a:extLst>
          </p:cNvPr>
          <p:cNvSpPr>
            <a:spLocks noGrp="1"/>
          </p:cNvSpPr>
          <p:nvPr>
            <p:ph type="title"/>
          </p:nvPr>
        </p:nvSpPr>
        <p:spPr/>
        <p:txBody>
          <a:bodyPr>
            <a:normAutofit/>
          </a:bodyPr>
          <a:lstStyle/>
          <a:p>
            <a:r>
              <a:rPr lang="en-US" sz="1600" b="1" dirty="0"/>
              <a:t>Score of Recency, Frequency, and </a:t>
            </a:r>
            <a:r>
              <a:rPr lang="en-US" sz="1600" b="1" dirty="0" err="1"/>
              <a:t>Monetery</a:t>
            </a:r>
            <a:r>
              <a:rPr lang="en-US" sz="1600" b="1" dirty="0"/>
              <a:t> (RFM)</a:t>
            </a:r>
            <a:endParaRPr lang="en-ID" sz="1600" b="1" dirty="0"/>
          </a:p>
        </p:txBody>
      </p:sp>
      <p:sp>
        <p:nvSpPr>
          <p:cNvPr id="3" name="Text Placeholder 2">
            <a:extLst>
              <a:ext uri="{FF2B5EF4-FFF2-40B4-BE49-F238E27FC236}">
                <a16:creationId xmlns:a16="http://schemas.microsoft.com/office/drawing/2014/main" id="{52EE90DB-661F-928B-DBFB-DDE448197192}"/>
              </a:ext>
            </a:extLst>
          </p:cNvPr>
          <p:cNvSpPr>
            <a:spLocks noGrp="1"/>
          </p:cNvSpPr>
          <p:nvPr>
            <p:ph type="body" idx="1"/>
          </p:nvPr>
        </p:nvSpPr>
        <p:spPr/>
        <p:txBody>
          <a:bodyPr>
            <a:normAutofit fontScale="55000" lnSpcReduction="20000"/>
          </a:bodyPr>
          <a:lstStyle/>
          <a:p>
            <a:r>
              <a:rPr lang="en-US" b="0" dirty="0"/>
              <a:t>The distribution of RFM scores indicates that the </a:t>
            </a:r>
            <a:r>
              <a:rPr lang="en-US" dirty="0"/>
              <a:t>Morning Commuters </a:t>
            </a:r>
            <a:r>
              <a:rPr lang="en-US" b="0" dirty="0"/>
              <a:t>segment is primarily dominated by the score 111 (1,070 customers), followed by 355 (534) and 211 (482). In contrast, the </a:t>
            </a:r>
            <a:r>
              <a:rPr lang="en-US" dirty="0"/>
              <a:t>Coffee Enthusiasts </a:t>
            </a:r>
            <a:r>
              <a:rPr lang="en-US" b="0" dirty="0"/>
              <a:t>segment shows a higher concentration of customers with scores of 555 (767), 455 (692), and 544 (456).</a:t>
            </a:r>
            <a:endParaRPr lang="en-ID" b="0" dirty="0"/>
          </a:p>
        </p:txBody>
      </p:sp>
      <p:sp>
        <p:nvSpPr>
          <p:cNvPr id="5" name="Text Placeholder 4">
            <a:extLst>
              <a:ext uri="{FF2B5EF4-FFF2-40B4-BE49-F238E27FC236}">
                <a16:creationId xmlns:a16="http://schemas.microsoft.com/office/drawing/2014/main" id="{932A3B73-E3E3-6AF9-D12A-ADAF2B4AE5FA}"/>
              </a:ext>
            </a:extLst>
          </p:cNvPr>
          <p:cNvSpPr>
            <a:spLocks noGrp="1"/>
          </p:cNvSpPr>
          <p:nvPr>
            <p:ph type="body" sz="quarter" idx="3"/>
          </p:nvPr>
        </p:nvSpPr>
        <p:spPr/>
        <p:txBody>
          <a:bodyPr>
            <a:normAutofit fontScale="55000" lnSpcReduction="20000"/>
          </a:bodyPr>
          <a:lstStyle/>
          <a:p>
            <a:r>
              <a:rPr lang="en-US" b="0" dirty="0"/>
              <a:t>This suggests that customers in the </a:t>
            </a:r>
            <a:r>
              <a:rPr lang="en-US" dirty="0"/>
              <a:t>Coffee Enthusiasts </a:t>
            </a:r>
            <a:r>
              <a:rPr lang="en-US" b="0" dirty="0"/>
              <a:t>segment demonstrate stronger engagement, as reflected by </a:t>
            </a:r>
            <a:r>
              <a:rPr lang="en-US" dirty="0"/>
              <a:t>higher recency, frequency, and monetary (RFM) </a:t>
            </a:r>
            <a:r>
              <a:rPr lang="en-US" b="0" dirty="0"/>
              <a:t>values compared to the </a:t>
            </a:r>
            <a:r>
              <a:rPr lang="en-US" dirty="0"/>
              <a:t>Morning Commuters</a:t>
            </a:r>
            <a:r>
              <a:rPr lang="en-US" b="0" dirty="0"/>
              <a:t> segment.</a:t>
            </a:r>
            <a:endParaRPr lang="en-ID" b="0" dirty="0"/>
          </a:p>
        </p:txBody>
      </p:sp>
      <p:graphicFrame>
        <p:nvGraphicFramePr>
          <p:cNvPr id="7" name="Content Placeholder 6">
            <a:extLst>
              <a:ext uri="{FF2B5EF4-FFF2-40B4-BE49-F238E27FC236}">
                <a16:creationId xmlns:a16="http://schemas.microsoft.com/office/drawing/2014/main" id="{377BE2B5-A63D-2447-F7E3-B42BB83B2547}"/>
              </a:ext>
            </a:extLst>
          </p:cNvPr>
          <p:cNvGraphicFramePr>
            <a:graphicFrameLocks noGrp="1"/>
          </p:cNvGraphicFramePr>
          <p:nvPr>
            <p:ph sz="quarter" idx="4"/>
            <p:extLst>
              <p:ext uri="{D42A27DB-BD31-4B8C-83A1-F6EECF244321}">
                <p14:modId xmlns:p14="http://schemas.microsoft.com/office/powerpoint/2010/main" val="2448629799"/>
              </p:ext>
            </p:extLst>
          </p:nvPr>
        </p:nvGraphicFramePr>
        <p:xfrm>
          <a:off x="6839744" y="3299619"/>
          <a:ext cx="3848100" cy="2095500"/>
        </p:xfrm>
        <a:graphic>
          <a:graphicData uri="http://schemas.openxmlformats.org/drawingml/2006/table">
            <a:tbl>
              <a:tblPr>
                <a:tableStyleId>{9D7B26C5-4107-4FEC-AEDC-1716B250A1EF}</a:tableStyleId>
              </a:tblPr>
              <a:tblGrid>
                <a:gridCol w="1358900">
                  <a:extLst>
                    <a:ext uri="{9D8B030D-6E8A-4147-A177-3AD203B41FA5}">
                      <a16:colId xmlns:a16="http://schemas.microsoft.com/office/drawing/2014/main" val="676309283"/>
                    </a:ext>
                  </a:extLst>
                </a:gridCol>
                <a:gridCol w="1181100">
                  <a:extLst>
                    <a:ext uri="{9D8B030D-6E8A-4147-A177-3AD203B41FA5}">
                      <a16:colId xmlns:a16="http://schemas.microsoft.com/office/drawing/2014/main" val="2205895579"/>
                    </a:ext>
                  </a:extLst>
                </a:gridCol>
                <a:gridCol w="1308100">
                  <a:extLst>
                    <a:ext uri="{9D8B030D-6E8A-4147-A177-3AD203B41FA5}">
                      <a16:colId xmlns:a16="http://schemas.microsoft.com/office/drawing/2014/main" val="1252950102"/>
                    </a:ext>
                  </a:extLst>
                </a:gridCol>
              </a:tblGrid>
              <a:tr h="190500">
                <a:tc>
                  <a:txBody>
                    <a:bodyPr/>
                    <a:lstStyle/>
                    <a:p>
                      <a:pPr algn="l" fontAlgn="b">
                        <a:buNone/>
                      </a:pPr>
                      <a:r>
                        <a:rPr lang="en-US" sz="1100" b="1" u="none" strike="noStrike" dirty="0">
                          <a:solidFill>
                            <a:srgbClr val="000000"/>
                          </a:solidFill>
                          <a:effectLst/>
                        </a:rPr>
                        <a:t>Score RFM</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buNone/>
                      </a:pPr>
                      <a:r>
                        <a:rPr lang="en-ID" sz="1100" b="1" u="none" strike="noStrike" dirty="0">
                          <a:effectLst/>
                        </a:rPr>
                        <a:t>Coffee Enthusiasts</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buNone/>
                      </a:pPr>
                      <a:r>
                        <a:rPr lang="en-ID" sz="1100" b="1" u="none" strike="noStrike" dirty="0">
                          <a:effectLst/>
                        </a:rPr>
                        <a:t>Morning Commuters</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4109808"/>
                  </a:ext>
                </a:extLst>
              </a:tr>
              <a:tr h="190500">
                <a:tc>
                  <a:txBody>
                    <a:bodyPr/>
                    <a:lstStyle/>
                    <a:p>
                      <a:pPr algn="l" fontAlgn="b">
                        <a:buNone/>
                      </a:pPr>
                      <a:r>
                        <a:rPr lang="en-ID" sz="1100" u="none" strike="noStrike" dirty="0">
                          <a:effectLst/>
                        </a:rPr>
                        <a:t>111</a:t>
                      </a:r>
                      <a:endParaRPr lang="en-ID" sz="11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ID" sz="1100" u="none" strike="noStrike">
                          <a:effectLst/>
                        </a:rPr>
                        <a:t>1070</a:t>
                      </a:r>
                      <a:endParaRPr lang="en-ID" sz="11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47470478"/>
                  </a:ext>
                </a:extLst>
              </a:tr>
              <a:tr h="190500">
                <a:tc>
                  <a:txBody>
                    <a:bodyPr/>
                    <a:lstStyle/>
                    <a:p>
                      <a:pPr algn="l" fontAlgn="b">
                        <a:buNone/>
                      </a:pPr>
                      <a:r>
                        <a:rPr lang="en-ID" sz="1100" u="none" strike="noStrike">
                          <a:effectLst/>
                        </a:rPr>
                        <a:t>555</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767</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06523276"/>
                  </a:ext>
                </a:extLst>
              </a:tr>
              <a:tr h="190500">
                <a:tc>
                  <a:txBody>
                    <a:bodyPr/>
                    <a:lstStyle/>
                    <a:p>
                      <a:pPr algn="l" fontAlgn="b">
                        <a:buNone/>
                      </a:pPr>
                      <a:r>
                        <a:rPr lang="en-ID" sz="1100" u="none" strike="noStrike">
                          <a:effectLst/>
                        </a:rPr>
                        <a:t>455</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dirty="0">
                          <a:effectLst/>
                        </a:rPr>
                        <a:t>692</a:t>
                      </a:r>
                      <a:endParaRPr lang="en-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150007"/>
                  </a:ext>
                </a:extLst>
              </a:tr>
              <a:tr h="190500">
                <a:tc>
                  <a:txBody>
                    <a:bodyPr/>
                    <a:lstStyle/>
                    <a:p>
                      <a:pPr algn="l" fontAlgn="b">
                        <a:buNone/>
                      </a:pPr>
                      <a:r>
                        <a:rPr lang="en-ID" sz="1100" u="none" strike="noStrike">
                          <a:effectLst/>
                        </a:rPr>
                        <a:t>355</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534</a:t>
                      </a:r>
                      <a:endParaRPr lang="en-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5979732"/>
                  </a:ext>
                </a:extLst>
              </a:tr>
              <a:tr h="190500">
                <a:tc>
                  <a:txBody>
                    <a:bodyPr/>
                    <a:lstStyle/>
                    <a:p>
                      <a:pPr algn="l" fontAlgn="b">
                        <a:buNone/>
                      </a:pPr>
                      <a:r>
                        <a:rPr lang="en-ID" sz="1100" u="none" strike="noStrike">
                          <a:effectLst/>
                        </a:rPr>
                        <a:t>211</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482</a:t>
                      </a:r>
                      <a:endParaRPr lang="en-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04966267"/>
                  </a:ext>
                </a:extLst>
              </a:tr>
              <a:tr h="190500">
                <a:tc>
                  <a:txBody>
                    <a:bodyPr/>
                    <a:lstStyle/>
                    <a:p>
                      <a:pPr algn="l" fontAlgn="b">
                        <a:buNone/>
                      </a:pPr>
                      <a:r>
                        <a:rPr lang="en-ID" sz="1100" u="none" strike="noStrike">
                          <a:effectLst/>
                        </a:rPr>
                        <a:t>544</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dirty="0">
                          <a:effectLst/>
                        </a:rPr>
                        <a:t>456</a:t>
                      </a:r>
                      <a:endParaRPr lang="en-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5778961"/>
                  </a:ext>
                </a:extLst>
              </a:tr>
              <a:tr h="190500">
                <a:tc>
                  <a:txBody>
                    <a:bodyPr/>
                    <a:lstStyle/>
                    <a:p>
                      <a:pPr algn="l" fontAlgn="b">
                        <a:buNone/>
                      </a:pPr>
                      <a:r>
                        <a:rPr lang="en-ID" sz="1100" u="none" strike="noStrike">
                          <a:effectLst/>
                        </a:rPr>
                        <a:t>344</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dirty="0">
                          <a:effectLst/>
                        </a:rPr>
                        <a:t>406</a:t>
                      </a:r>
                      <a:endParaRPr lang="en-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85940187"/>
                  </a:ext>
                </a:extLst>
              </a:tr>
              <a:tr h="190500">
                <a:tc>
                  <a:txBody>
                    <a:bodyPr/>
                    <a:lstStyle/>
                    <a:p>
                      <a:pPr algn="l" fontAlgn="b">
                        <a:buNone/>
                      </a:pPr>
                      <a:r>
                        <a:rPr lang="en-ID" sz="1100" u="none" strike="noStrike">
                          <a:effectLst/>
                        </a:rPr>
                        <a:t>444</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399</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23710776"/>
                  </a:ext>
                </a:extLst>
              </a:tr>
              <a:tr h="190500">
                <a:tc>
                  <a:txBody>
                    <a:bodyPr/>
                    <a:lstStyle/>
                    <a:p>
                      <a:pPr algn="l" fontAlgn="b">
                        <a:buNone/>
                      </a:pPr>
                      <a:r>
                        <a:rPr lang="en-ID" sz="1100" u="none" strike="noStrike">
                          <a:effectLst/>
                        </a:rPr>
                        <a:t>255</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dirty="0">
                          <a:effectLst/>
                        </a:rPr>
                        <a:t>392</a:t>
                      </a:r>
                      <a:endParaRPr lang="en-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39547384"/>
                  </a:ext>
                </a:extLst>
              </a:tr>
              <a:tr h="190500">
                <a:tc>
                  <a:txBody>
                    <a:bodyPr/>
                    <a:lstStyle/>
                    <a:p>
                      <a:pPr algn="l" fontAlgn="b">
                        <a:buNone/>
                      </a:pPr>
                      <a:r>
                        <a:rPr lang="en-ID" sz="1100" u="none" strike="noStrike">
                          <a:effectLst/>
                        </a:rPr>
                        <a:t>311</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dirty="0">
                          <a:effectLst/>
                        </a:rPr>
                        <a:t>382</a:t>
                      </a:r>
                      <a:endParaRPr lang="en-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70082533"/>
                  </a:ext>
                </a:extLst>
              </a:tr>
            </a:tbl>
          </a:graphicData>
        </a:graphic>
      </p:graphicFrame>
      <p:graphicFrame>
        <p:nvGraphicFramePr>
          <p:cNvPr id="11" name="Content Placeholder 10">
            <a:extLst>
              <a:ext uri="{FF2B5EF4-FFF2-40B4-BE49-F238E27FC236}">
                <a16:creationId xmlns:a16="http://schemas.microsoft.com/office/drawing/2014/main" id="{0993D07A-C303-4349-9173-351D9AA1936E}"/>
              </a:ext>
            </a:extLst>
          </p:cNvPr>
          <p:cNvGraphicFramePr>
            <a:graphicFrameLocks noGrp="1"/>
          </p:cNvGraphicFramePr>
          <p:nvPr>
            <p:ph sz="half" idx="2"/>
            <p:extLst>
              <p:ext uri="{D42A27DB-BD31-4B8C-83A1-F6EECF244321}">
                <p14:modId xmlns:p14="http://schemas.microsoft.com/office/powerpoint/2010/main" val="926564463"/>
              </p:ext>
            </p:extLst>
          </p:nvPr>
        </p:nvGraphicFramePr>
        <p:xfrm>
          <a:off x="839788" y="2505075"/>
          <a:ext cx="5157787" cy="36845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85567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B7437-5DE9-4A83-1246-5D992A6A6703}"/>
              </a:ext>
            </a:extLst>
          </p:cNvPr>
          <p:cNvSpPr>
            <a:spLocks noGrp="1"/>
          </p:cNvSpPr>
          <p:nvPr>
            <p:ph type="title"/>
          </p:nvPr>
        </p:nvSpPr>
        <p:spPr/>
        <p:txBody>
          <a:bodyPr>
            <a:normAutofit/>
          </a:bodyPr>
          <a:lstStyle/>
          <a:p>
            <a:r>
              <a:rPr lang="en-US" sz="1600" b="1" dirty="0"/>
              <a:t>Predictive Revenue Modeling: Build regression models to predict </a:t>
            </a:r>
            <a:r>
              <a:rPr lang="en-US" sz="1600" b="1" dirty="0" err="1"/>
              <a:t>total_spend</a:t>
            </a:r>
            <a:r>
              <a:rPr lang="en-US" sz="1600" b="1" dirty="0"/>
              <a:t> based on time of day, store location type, and customization counts.</a:t>
            </a:r>
            <a:endParaRPr lang="en-ID" sz="1600" b="1" dirty="0"/>
          </a:p>
        </p:txBody>
      </p:sp>
      <p:sp>
        <p:nvSpPr>
          <p:cNvPr id="7" name="Text Placeholder 6">
            <a:extLst>
              <a:ext uri="{FF2B5EF4-FFF2-40B4-BE49-F238E27FC236}">
                <a16:creationId xmlns:a16="http://schemas.microsoft.com/office/drawing/2014/main" id="{EAF9F449-EDC7-2BE4-9502-2E8BAF86713E}"/>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The regression model explains </a:t>
            </a:r>
            <a:r>
              <a:rPr lang="en-US" b="1" dirty="0"/>
              <a:t>16.7% of the variance in </a:t>
            </a:r>
            <a:r>
              <a:rPr lang="en-US" b="1" dirty="0" err="1"/>
              <a:t>total_spend</a:t>
            </a:r>
            <a:r>
              <a:rPr lang="en-US" b="1" dirty="0"/>
              <a:t> (R² = 0.167) </a:t>
            </a:r>
            <a:r>
              <a:rPr lang="en-US" dirty="0"/>
              <a:t>based on an analysis </a:t>
            </a:r>
            <a:r>
              <a:rPr lang="en-US" b="1" dirty="0"/>
              <a:t>of 100,000 transactions</a:t>
            </a:r>
            <a:r>
              <a:rPr lang="en-US" dirty="0"/>
              <a:t>.</a:t>
            </a:r>
          </a:p>
          <a:p>
            <a:pPr marL="342900" indent="-342900">
              <a:buFont typeface="Arial" panose="020B0604020202020204" pitchFamily="34" charset="0"/>
              <a:buChar char="•"/>
            </a:pPr>
            <a:r>
              <a:rPr lang="en-US" dirty="0"/>
              <a:t>The variable </a:t>
            </a:r>
            <a:r>
              <a:rPr lang="en-US" b="1" dirty="0" err="1"/>
              <a:t>num_customizations</a:t>
            </a:r>
            <a:r>
              <a:rPr lang="en-US" b="1" dirty="0"/>
              <a:t> </a:t>
            </a:r>
            <a:r>
              <a:rPr lang="en-US" dirty="0"/>
              <a:t>is statistically significant (</a:t>
            </a:r>
            <a:r>
              <a:rPr lang="en-US" i="1" dirty="0" err="1"/>
              <a:t>coef</a:t>
            </a:r>
            <a:r>
              <a:rPr lang="en-US" i="1" dirty="0"/>
              <a:t> = 1.54; p &lt; 0.001</a:t>
            </a:r>
            <a:r>
              <a:rPr lang="en-US" dirty="0"/>
              <a:t>), suggesting that each additional customization increases spending by approximately </a:t>
            </a:r>
            <a:r>
              <a:rPr lang="en-US" b="1" dirty="0"/>
              <a:t>$1.54</a:t>
            </a:r>
            <a:r>
              <a:rPr lang="en-US" dirty="0"/>
              <a:t>.</a:t>
            </a:r>
          </a:p>
          <a:p>
            <a:pPr marL="342900" indent="-342900">
              <a:buFont typeface="Arial" panose="020B0604020202020204" pitchFamily="34" charset="0"/>
              <a:buChar char="•"/>
            </a:pPr>
            <a:r>
              <a:rPr lang="en-US" dirty="0"/>
              <a:t>In contrast, the variables </a:t>
            </a:r>
            <a:r>
              <a:rPr lang="en-US" b="1" dirty="0"/>
              <a:t>time of day </a:t>
            </a:r>
            <a:r>
              <a:rPr lang="en-US" dirty="0"/>
              <a:t>and </a:t>
            </a:r>
            <a:r>
              <a:rPr lang="en-US" b="1" dirty="0"/>
              <a:t>store location type </a:t>
            </a:r>
            <a:r>
              <a:rPr lang="en-US" dirty="0"/>
              <a:t>do not have a statistically significant effect on </a:t>
            </a:r>
            <a:r>
              <a:rPr lang="en-US" i="1" dirty="0" err="1"/>
              <a:t>total_spend</a:t>
            </a:r>
            <a:r>
              <a:rPr lang="en-US" dirty="0"/>
              <a:t>, as their </a:t>
            </a:r>
            <a:r>
              <a:rPr lang="en-US" b="1" dirty="0"/>
              <a:t>p-values exceed 0.05.</a:t>
            </a:r>
            <a:endParaRPr lang="en-ID" b="1" dirty="0"/>
          </a:p>
        </p:txBody>
      </p:sp>
      <p:graphicFrame>
        <p:nvGraphicFramePr>
          <p:cNvPr id="5" name="Content Placeholder 4">
            <a:extLst>
              <a:ext uri="{FF2B5EF4-FFF2-40B4-BE49-F238E27FC236}">
                <a16:creationId xmlns:a16="http://schemas.microsoft.com/office/drawing/2014/main" id="{AF778BED-21B9-DE02-67B0-3EA0E2810A7F}"/>
              </a:ext>
            </a:extLst>
          </p:cNvPr>
          <p:cNvGraphicFramePr>
            <a:graphicFrameLocks noGrp="1"/>
          </p:cNvGraphicFramePr>
          <p:nvPr>
            <p:ph idx="1"/>
            <p:extLst>
              <p:ext uri="{D42A27DB-BD31-4B8C-83A1-F6EECF244321}">
                <p14:modId xmlns:p14="http://schemas.microsoft.com/office/powerpoint/2010/main" val="1195632086"/>
              </p:ext>
            </p:extLst>
          </p:nvPr>
        </p:nvGraphicFramePr>
        <p:xfrm>
          <a:off x="5183188" y="1821288"/>
          <a:ext cx="6172200" cy="3205898"/>
        </p:xfrm>
        <a:graphic>
          <a:graphicData uri="http://schemas.openxmlformats.org/drawingml/2006/table">
            <a:tbl>
              <a:tblPr>
                <a:tableStyleId>{9D7B26C5-4107-4FEC-AEDC-1716B250A1EF}</a:tableStyleId>
              </a:tblPr>
              <a:tblGrid>
                <a:gridCol w="987169">
                  <a:extLst>
                    <a:ext uri="{9D8B030D-6E8A-4147-A177-3AD203B41FA5}">
                      <a16:colId xmlns:a16="http://schemas.microsoft.com/office/drawing/2014/main" val="270935598"/>
                    </a:ext>
                  </a:extLst>
                </a:gridCol>
                <a:gridCol w="642139">
                  <a:extLst>
                    <a:ext uri="{9D8B030D-6E8A-4147-A177-3AD203B41FA5}">
                      <a16:colId xmlns:a16="http://schemas.microsoft.com/office/drawing/2014/main" val="2888840640"/>
                    </a:ext>
                  </a:extLst>
                </a:gridCol>
                <a:gridCol w="737980">
                  <a:extLst>
                    <a:ext uri="{9D8B030D-6E8A-4147-A177-3AD203B41FA5}">
                      <a16:colId xmlns:a16="http://schemas.microsoft.com/office/drawing/2014/main" val="819037214"/>
                    </a:ext>
                  </a:extLst>
                </a:gridCol>
                <a:gridCol w="642139">
                  <a:extLst>
                    <a:ext uri="{9D8B030D-6E8A-4147-A177-3AD203B41FA5}">
                      <a16:colId xmlns:a16="http://schemas.microsoft.com/office/drawing/2014/main" val="757754183"/>
                    </a:ext>
                  </a:extLst>
                </a:gridCol>
                <a:gridCol w="603802">
                  <a:extLst>
                    <a:ext uri="{9D8B030D-6E8A-4147-A177-3AD203B41FA5}">
                      <a16:colId xmlns:a16="http://schemas.microsoft.com/office/drawing/2014/main" val="1349657336"/>
                    </a:ext>
                  </a:extLst>
                </a:gridCol>
                <a:gridCol w="680475">
                  <a:extLst>
                    <a:ext uri="{9D8B030D-6E8A-4147-A177-3AD203B41FA5}">
                      <a16:colId xmlns:a16="http://schemas.microsoft.com/office/drawing/2014/main" val="2207472898"/>
                    </a:ext>
                  </a:extLst>
                </a:gridCol>
                <a:gridCol w="603802">
                  <a:extLst>
                    <a:ext uri="{9D8B030D-6E8A-4147-A177-3AD203B41FA5}">
                      <a16:colId xmlns:a16="http://schemas.microsoft.com/office/drawing/2014/main" val="1785032642"/>
                    </a:ext>
                  </a:extLst>
                </a:gridCol>
                <a:gridCol w="642139">
                  <a:extLst>
                    <a:ext uri="{9D8B030D-6E8A-4147-A177-3AD203B41FA5}">
                      <a16:colId xmlns:a16="http://schemas.microsoft.com/office/drawing/2014/main" val="3010669387"/>
                    </a:ext>
                  </a:extLst>
                </a:gridCol>
                <a:gridCol w="632555">
                  <a:extLst>
                    <a:ext uri="{9D8B030D-6E8A-4147-A177-3AD203B41FA5}">
                      <a16:colId xmlns:a16="http://schemas.microsoft.com/office/drawing/2014/main" val="1521175002"/>
                    </a:ext>
                  </a:extLst>
                </a:gridCol>
              </a:tblGrid>
              <a:tr h="143762">
                <a:tc>
                  <a:txBody>
                    <a:bodyPr/>
                    <a:lstStyle/>
                    <a:p>
                      <a:pPr algn="l" fontAlgn="b">
                        <a:buNone/>
                      </a:pPr>
                      <a:r>
                        <a:rPr lang="en-ID" sz="800" u="none" strike="noStrike" dirty="0">
                          <a:effectLst/>
                        </a:rPr>
                        <a:t>SUMMARY OUTPUT</a:t>
                      </a: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09272"/>
                  </a:ext>
                </a:extLst>
              </a:tr>
              <a:tr h="150951">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352640"/>
                  </a:ext>
                </a:extLst>
              </a:tr>
              <a:tr h="143762">
                <a:tc gridSpan="2">
                  <a:txBody>
                    <a:bodyPr/>
                    <a:lstStyle/>
                    <a:p>
                      <a:pPr algn="ctr" fontAlgn="b">
                        <a:buNone/>
                      </a:pPr>
                      <a:r>
                        <a:rPr lang="en-ID" sz="800" u="none" strike="noStrike" dirty="0">
                          <a:effectLst/>
                        </a:rPr>
                        <a:t>Regression Statistics</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230969"/>
                  </a:ext>
                </a:extLst>
              </a:tr>
              <a:tr h="143762">
                <a:tc>
                  <a:txBody>
                    <a:bodyPr/>
                    <a:lstStyle/>
                    <a:p>
                      <a:pPr algn="l" fontAlgn="b">
                        <a:buNone/>
                      </a:pPr>
                      <a:r>
                        <a:rPr lang="en-ID" sz="800" u="none" strike="noStrike" dirty="0">
                          <a:effectLst/>
                        </a:rPr>
                        <a:t>Multiple R</a:t>
                      </a: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0.409192513</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89018477"/>
                  </a:ext>
                </a:extLst>
              </a:tr>
              <a:tr h="143762">
                <a:tc>
                  <a:txBody>
                    <a:bodyPr/>
                    <a:lstStyle/>
                    <a:p>
                      <a:pPr algn="l" fontAlgn="b">
                        <a:buNone/>
                      </a:pPr>
                      <a:r>
                        <a:rPr lang="en-ID" sz="800" b="1" u="none" strike="noStrike" dirty="0">
                          <a:effectLst/>
                        </a:rPr>
                        <a:t>R Square</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0.167438513</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3258333718"/>
                  </a:ext>
                </a:extLst>
              </a:tr>
              <a:tr h="143762">
                <a:tc>
                  <a:txBody>
                    <a:bodyPr/>
                    <a:lstStyle/>
                    <a:p>
                      <a:pPr algn="l" fontAlgn="b">
                        <a:buNone/>
                      </a:pPr>
                      <a:r>
                        <a:rPr lang="en-ID" sz="800" u="none" strike="noStrike">
                          <a:effectLst/>
                        </a:rPr>
                        <a:t>Adjusted R Square</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0.167396882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3655209486"/>
                  </a:ext>
                </a:extLst>
              </a:tr>
              <a:tr h="143762">
                <a:tc>
                  <a:txBody>
                    <a:bodyPr/>
                    <a:lstStyle/>
                    <a:p>
                      <a:pPr algn="l" fontAlgn="b">
                        <a:buNone/>
                      </a:pPr>
                      <a:r>
                        <a:rPr lang="en-ID" sz="800" u="none" strike="noStrike">
                          <a:effectLst/>
                        </a:rPr>
                        <a:t>Standard Error</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5.024794763</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4167789301"/>
                  </a:ext>
                </a:extLst>
              </a:tr>
              <a:tr h="150951">
                <a:tc>
                  <a:txBody>
                    <a:bodyPr/>
                    <a:lstStyle/>
                    <a:p>
                      <a:pPr algn="l" fontAlgn="b">
                        <a:buNone/>
                      </a:pPr>
                      <a:r>
                        <a:rPr lang="en-ID" sz="800" b="1" u="none" strike="noStrike">
                          <a:effectLst/>
                        </a:rPr>
                        <a:t>Observations</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100000</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4058976278"/>
                  </a:ext>
                </a:extLst>
              </a:tr>
              <a:tr h="143762">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6306720"/>
                  </a:ext>
                </a:extLst>
              </a:tr>
              <a:tr h="150951">
                <a:tc>
                  <a:txBody>
                    <a:bodyPr/>
                    <a:lstStyle/>
                    <a:p>
                      <a:pPr algn="l" fontAlgn="b">
                        <a:buNone/>
                      </a:pPr>
                      <a:r>
                        <a:rPr lang="en-ID" sz="800" u="none" strike="noStrike" dirty="0">
                          <a:effectLst/>
                        </a:rPr>
                        <a:t>ANOVA</a:t>
                      </a: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1963593"/>
                  </a:ext>
                </a:extLst>
              </a:tr>
              <a:tr h="143762">
                <a:tc>
                  <a:txBody>
                    <a:bodyPr/>
                    <a:lstStyle/>
                    <a:p>
                      <a:pPr algn="ctr" fontAlgn="b">
                        <a:buNone/>
                      </a:pPr>
                      <a:r>
                        <a:rPr lang="en-ID" sz="800" u="none" strike="noStrike" dirty="0">
                          <a:effectLst/>
                        </a:rPr>
                        <a:t> </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err="1">
                          <a:effectLst/>
                        </a:rPr>
                        <a:t>df</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SS</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MS</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a:effectLst/>
                        </a:rPr>
                        <a:t>F</a:t>
                      </a:r>
                      <a:endParaRPr lang="en-ID" sz="800" b="0" i="1"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a:effectLst/>
                        </a:rPr>
                        <a:t>Significance F</a:t>
                      </a:r>
                      <a:endParaRPr lang="en-ID" sz="800" b="0" i="1"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231874"/>
                  </a:ext>
                </a:extLst>
              </a:tr>
              <a:tr h="143762">
                <a:tc>
                  <a:txBody>
                    <a:bodyPr/>
                    <a:lstStyle/>
                    <a:p>
                      <a:pPr algn="l" fontAlgn="b">
                        <a:buNone/>
                      </a:pPr>
                      <a:r>
                        <a:rPr lang="en-ID" sz="800" u="none" strike="noStrike">
                          <a:effectLst/>
                        </a:rPr>
                        <a:t>Regression</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5</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507749.6547</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dirty="0">
                          <a:effectLst/>
                        </a:rPr>
                        <a:t>101549.9309</a:t>
                      </a: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dirty="0">
                          <a:effectLst/>
                        </a:rPr>
                        <a:t>4022.008433</a:t>
                      </a: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dirty="0">
                          <a:effectLst/>
                        </a:rPr>
                        <a:t>0</a:t>
                      </a: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86873758"/>
                  </a:ext>
                </a:extLst>
              </a:tr>
              <a:tr h="143762">
                <a:tc>
                  <a:txBody>
                    <a:bodyPr/>
                    <a:lstStyle/>
                    <a:p>
                      <a:pPr algn="l" fontAlgn="b">
                        <a:buNone/>
                      </a:pPr>
                      <a:r>
                        <a:rPr lang="en-ID" sz="800" u="none" strike="noStrike">
                          <a:effectLst/>
                        </a:rPr>
                        <a:t>Residual</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99994</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2524704.75</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25.24856241</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1485861152"/>
                  </a:ext>
                </a:extLst>
              </a:tr>
              <a:tr h="150951">
                <a:tc>
                  <a:txBody>
                    <a:bodyPr/>
                    <a:lstStyle/>
                    <a:p>
                      <a:pPr algn="l" fontAlgn="b">
                        <a:buNone/>
                      </a:pPr>
                      <a:r>
                        <a:rPr lang="en-ID" sz="800" u="none" strike="noStrike">
                          <a:effectLst/>
                        </a:rPr>
                        <a:t>Total</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99999</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3032454.404</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r>
                        <a:rPr lang="en-ID" sz="800" u="none" strike="noStrike">
                          <a:effectLst/>
                        </a:rPr>
                        <a:t> </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r>
                        <a:rPr lang="en-ID" sz="800" u="none" strike="noStrike">
                          <a:effectLst/>
                        </a:rPr>
                        <a:t> </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r>
                        <a:rPr lang="en-ID" sz="800" u="none" strike="noStrike">
                          <a:effectLst/>
                        </a:rPr>
                        <a:t> </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2988943584"/>
                  </a:ext>
                </a:extLst>
              </a:tr>
              <a:tr h="150951">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tc>
                  <a:txBody>
                    <a:bodyPr/>
                    <a:lstStyle/>
                    <a:p>
                      <a:pPr algn="l" fontAlgn="b">
                        <a:buNone/>
                      </a:pPr>
                      <a:endParaRPr lang="en-ID" sz="800" b="0" i="0" u="none" strike="noStrike">
                        <a:solidFill>
                          <a:srgbClr val="000000"/>
                        </a:solidFill>
                        <a:effectLst/>
                        <a:latin typeface="Calibri" panose="020F0502020204030204" pitchFamily="34" charset="0"/>
                      </a:endParaRPr>
                    </a:p>
                  </a:txBody>
                  <a:tcPr marL="7188" marR="7188" marT="7188"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873756"/>
                  </a:ext>
                </a:extLst>
              </a:tr>
              <a:tr h="143762">
                <a:tc>
                  <a:txBody>
                    <a:bodyPr/>
                    <a:lstStyle/>
                    <a:p>
                      <a:pPr algn="ctr" fontAlgn="b">
                        <a:buNone/>
                      </a:pPr>
                      <a:r>
                        <a:rPr lang="en-ID" sz="800" u="none" strike="noStrike" dirty="0">
                          <a:effectLst/>
                        </a:rPr>
                        <a:t> </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Coefficients</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Standard Error</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t Stat</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P-value</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Lower 95%</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Upper 95%</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Lower 95.0%</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D" sz="800" u="none" strike="noStrike" dirty="0">
                          <a:effectLst/>
                        </a:rPr>
                        <a:t>Upper 95.0%</a:t>
                      </a:r>
                      <a:endParaRPr lang="en-ID" sz="800" b="0" i="1"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470820"/>
                  </a:ext>
                </a:extLst>
              </a:tr>
              <a:tr h="143762">
                <a:tc>
                  <a:txBody>
                    <a:bodyPr/>
                    <a:lstStyle/>
                    <a:p>
                      <a:pPr algn="l" fontAlgn="b">
                        <a:buNone/>
                      </a:pPr>
                      <a:r>
                        <a:rPr lang="en-ID" sz="800" u="none" strike="noStrike">
                          <a:effectLst/>
                        </a:rPr>
                        <a:t>Intercept</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12.12793397</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0.048229066</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251.4652484</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b="1" u="none" strike="noStrike" dirty="0">
                          <a:effectLst/>
                        </a:rPr>
                        <a:t>0</a:t>
                      </a:r>
                      <a:endParaRPr lang="en-ID" sz="800" b="1" i="0" u="none" strike="noStrike" dirty="0">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12.0334056</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12.22246235</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12.0334056</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tc>
                  <a:txBody>
                    <a:bodyPr/>
                    <a:lstStyle/>
                    <a:p>
                      <a:pPr algn="r" fontAlgn="b">
                        <a:buNone/>
                      </a:pPr>
                      <a:r>
                        <a:rPr lang="en-ID" sz="800" u="none" strike="noStrike">
                          <a:effectLst/>
                        </a:rPr>
                        <a:t>12.22246235</a:t>
                      </a:r>
                      <a:endParaRPr lang="en-ID" sz="800" b="0" i="0" u="none" strike="noStrike">
                        <a:solidFill>
                          <a:srgbClr val="000000"/>
                        </a:solidFill>
                        <a:effectLst/>
                        <a:latin typeface="Calibri" panose="020F0502020204030204" pitchFamily="34" charset="0"/>
                      </a:endParaRPr>
                    </a:p>
                  </a:txBody>
                  <a:tcPr marL="7188" marR="7188" marT="7188"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36015905"/>
                  </a:ext>
                </a:extLst>
              </a:tr>
              <a:tr h="143762">
                <a:tc>
                  <a:txBody>
                    <a:bodyPr/>
                    <a:lstStyle/>
                    <a:p>
                      <a:pPr algn="l" fontAlgn="b">
                        <a:buNone/>
                      </a:pPr>
                      <a:r>
                        <a:rPr lang="en-ID" sz="800" u="none" strike="noStrike">
                          <a:effectLst/>
                        </a:rPr>
                        <a:t>morning</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-0.052637229</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0.044719731</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-1.177047072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0.23917952</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-0.140287352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0.035012895</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-0.140287352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0.035012895</a:t>
                      </a: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3022261777"/>
                  </a:ext>
                </a:extLst>
              </a:tr>
              <a:tr h="143762">
                <a:tc>
                  <a:txBody>
                    <a:bodyPr/>
                    <a:lstStyle/>
                    <a:p>
                      <a:pPr algn="l" fontAlgn="b">
                        <a:buNone/>
                      </a:pPr>
                      <a:r>
                        <a:rPr lang="en-ID" sz="800" u="none" strike="noStrike">
                          <a:effectLst/>
                        </a:rPr>
                        <a:t>afternoon</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-0.025063721</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0.045042336</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-0.556448069</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0.577905831</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-0.113346145</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0.063218704</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-0.113346145</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0.063218704</a:t>
                      </a: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1939120929"/>
                  </a:ext>
                </a:extLst>
              </a:tr>
              <a:tr h="143762">
                <a:tc>
                  <a:txBody>
                    <a:bodyPr/>
                    <a:lstStyle/>
                    <a:p>
                      <a:pPr algn="l" fontAlgn="b">
                        <a:buNone/>
                      </a:pPr>
                      <a:r>
                        <a:rPr lang="en-ID" sz="800" u="none" strike="noStrike">
                          <a:effectLst/>
                        </a:rPr>
                        <a:t>Suburban</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0.000761579</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0.038772968</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0.019642018</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0.984328984</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-0.075232961</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0.07675612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-0.075232961</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0.07675612</a:t>
                      </a: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1446515169"/>
                  </a:ext>
                </a:extLst>
              </a:tr>
              <a:tr h="143762">
                <a:tc>
                  <a:txBody>
                    <a:bodyPr/>
                    <a:lstStyle/>
                    <a:p>
                      <a:pPr algn="l" fontAlgn="b">
                        <a:buNone/>
                      </a:pPr>
                      <a:r>
                        <a:rPr lang="en-ID" sz="800" u="none" strike="noStrike">
                          <a:effectLst/>
                        </a:rPr>
                        <a:t>Urban</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-0.056391024</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0.03963505</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-1.422756466</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0.154809885</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-0.134075236</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0.021293187</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-0.134075236</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0.021293187</a:t>
                      </a:r>
                      <a:endParaRPr lang="en-ID" sz="800" b="0" i="0" u="none" strike="noStrike">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478114540"/>
                  </a:ext>
                </a:extLst>
              </a:tr>
              <a:tr h="150951">
                <a:tc>
                  <a:txBody>
                    <a:bodyPr/>
                    <a:lstStyle/>
                    <a:p>
                      <a:pPr algn="l" fontAlgn="b">
                        <a:buNone/>
                      </a:pPr>
                      <a:r>
                        <a:rPr lang="en-ID" sz="800" b="1" u="none" strike="noStrike" dirty="0" err="1">
                          <a:effectLst/>
                        </a:rPr>
                        <a:t>num_customizations</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b="1" u="none" strike="noStrike" dirty="0">
                          <a:effectLst/>
                        </a:rPr>
                        <a:t>1.540248557</a:t>
                      </a:r>
                      <a:endParaRPr lang="en-ID" sz="800" b="1" i="0" u="none" strike="noStrike" dirty="0">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0.010862907</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141.7897165</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0</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1.518957392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1.561539722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a:effectLst/>
                        </a:rPr>
                        <a:t>1.518957392</a:t>
                      </a:r>
                      <a:endParaRPr lang="en-ID" sz="800" b="0" i="0" u="none" strike="noStrike">
                        <a:solidFill>
                          <a:srgbClr val="000000"/>
                        </a:solidFill>
                        <a:effectLst/>
                        <a:latin typeface="Calibri" panose="020F0502020204030204" pitchFamily="34" charset="0"/>
                      </a:endParaRPr>
                    </a:p>
                  </a:txBody>
                  <a:tcPr marL="7188" marR="7188" marT="7188" marB="0" anchor="b"/>
                </a:tc>
                <a:tc>
                  <a:txBody>
                    <a:bodyPr/>
                    <a:lstStyle/>
                    <a:p>
                      <a:pPr algn="r" fontAlgn="b">
                        <a:buNone/>
                      </a:pPr>
                      <a:r>
                        <a:rPr lang="en-ID" sz="800" u="none" strike="noStrike" dirty="0">
                          <a:effectLst/>
                        </a:rPr>
                        <a:t>1.561539722</a:t>
                      </a:r>
                      <a:endParaRPr lang="en-ID" sz="800" b="0" i="0" u="none" strike="noStrike" dirty="0">
                        <a:solidFill>
                          <a:srgbClr val="000000"/>
                        </a:solidFill>
                        <a:effectLst/>
                        <a:latin typeface="Calibri" panose="020F0502020204030204" pitchFamily="34" charset="0"/>
                      </a:endParaRPr>
                    </a:p>
                  </a:txBody>
                  <a:tcPr marL="7188" marR="7188" marT="7188" marB="0" anchor="b"/>
                </a:tc>
                <a:extLst>
                  <a:ext uri="{0D108BD9-81ED-4DB2-BD59-A6C34878D82A}">
                    <a16:rowId xmlns:a16="http://schemas.microsoft.com/office/drawing/2014/main" val="1077614319"/>
                  </a:ext>
                </a:extLst>
              </a:tr>
            </a:tbl>
          </a:graphicData>
        </a:graphic>
      </p:graphicFrame>
    </p:spTree>
    <p:extLst>
      <p:ext uri="{BB962C8B-B14F-4D97-AF65-F5344CB8AC3E}">
        <p14:creationId xmlns:p14="http://schemas.microsoft.com/office/powerpoint/2010/main" val="3116109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62DA-1FEC-9382-106D-126C450F682A}"/>
              </a:ext>
            </a:extLst>
          </p:cNvPr>
          <p:cNvSpPr>
            <a:spLocks noGrp="1"/>
          </p:cNvSpPr>
          <p:nvPr>
            <p:ph type="title"/>
          </p:nvPr>
        </p:nvSpPr>
        <p:spPr/>
        <p:txBody>
          <a:bodyPr>
            <a:normAutofit/>
          </a:bodyPr>
          <a:lstStyle/>
          <a:p>
            <a:r>
              <a:rPr lang="en-US" sz="1600" b="1" dirty="0"/>
              <a:t>Operations &amp; Bottleneck Identification: Analyze </a:t>
            </a:r>
            <a:r>
              <a:rPr lang="en-US" sz="1600" b="1" dirty="0" err="1"/>
              <a:t>fulfillment_time_min</a:t>
            </a:r>
            <a:r>
              <a:rPr lang="en-US" sz="1600" b="1" dirty="0"/>
              <a:t> to find operational inefficiencies between Drive-Thru and Mobile Order-Ahead during peak morning rushes.</a:t>
            </a:r>
            <a:br>
              <a:rPr lang="en-US" sz="1600" b="1" dirty="0"/>
            </a:br>
            <a:endParaRPr lang="en-ID" sz="1600" b="1" dirty="0"/>
          </a:p>
        </p:txBody>
      </p:sp>
      <p:sp>
        <p:nvSpPr>
          <p:cNvPr id="4" name="Text Placeholder 3">
            <a:extLst>
              <a:ext uri="{FF2B5EF4-FFF2-40B4-BE49-F238E27FC236}">
                <a16:creationId xmlns:a16="http://schemas.microsoft.com/office/drawing/2014/main" id="{6EDEFEC8-9931-0110-E872-70255AA0E91F}"/>
              </a:ext>
            </a:extLst>
          </p:cNvPr>
          <p:cNvSpPr>
            <a:spLocks noGrp="1"/>
          </p:cNvSpPr>
          <p:nvPr>
            <p:ph type="body" sz="half" idx="2"/>
          </p:nvPr>
        </p:nvSpPr>
        <p:spPr/>
        <p:txBody>
          <a:bodyPr/>
          <a:lstStyle/>
          <a:p>
            <a:r>
              <a:rPr lang="en-US" dirty="0"/>
              <a:t>During the </a:t>
            </a:r>
            <a:r>
              <a:rPr lang="en-US" b="1" dirty="0"/>
              <a:t>morning rush</a:t>
            </a:r>
            <a:r>
              <a:rPr lang="en-US" dirty="0"/>
              <a:t>, the average order fulfillment time at the </a:t>
            </a:r>
            <a:r>
              <a:rPr lang="en-US" b="1" dirty="0"/>
              <a:t>Drive-Thru</a:t>
            </a:r>
            <a:r>
              <a:rPr lang="en-US" dirty="0"/>
              <a:t> (5.81 minutes) exceeds that of the </a:t>
            </a:r>
            <a:r>
              <a:rPr lang="en-US" b="1" dirty="0"/>
              <a:t>Mobile App</a:t>
            </a:r>
            <a:r>
              <a:rPr lang="en-US" dirty="0"/>
              <a:t> (4.50 minutes). A similar pattern is observed during non-rush periods, suggesting that the Drive-Thru may act as an operational bottleneck relative to </a:t>
            </a:r>
            <a:r>
              <a:rPr lang="en-US" b="1" dirty="0"/>
              <a:t>Mobile Order-Ahead</a:t>
            </a:r>
            <a:r>
              <a:rPr lang="en-US" dirty="0"/>
              <a:t>, which appears to offer faster order processing.</a:t>
            </a:r>
            <a:endParaRPr lang="en-ID" dirty="0"/>
          </a:p>
        </p:txBody>
      </p:sp>
      <p:graphicFrame>
        <p:nvGraphicFramePr>
          <p:cNvPr id="20" name="Content Placeholder 4">
            <a:extLst>
              <a:ext uri="{FF2B5EF4-FFF2-40B4-BE49-F238E27FC236}">
                <a16:creationId xmlns:a16="http://schemas.microsoft.com/office/drawing/2014/main" id="{19226C53-0E2C-CF2F-50FC-93D6B4112602}"/>
              </a:ext>
            </a:extLst>
          </p:cNvPr>
          <p:cNvGraphicFramePr>
            <a:graphicFrameLocks noGrp="1"/>
          </p:cNvGraphicFramePr>
          <p:nvPr>
            <p:ph idx="1"/>
            <p:extLst>
              <p:ext uri="{D42A27DB-BD31-4B8C-83A1-F6EECF244321}">
                <p14:modId xmlns:p14="http://schemas.microsoft.com/office/powerpoint/2010/main" val="3587653202"/>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3285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1C3A-B104-C3EF-BF09-5159F1D0DB24}"/>
              </a:ext>
            </a:extLst>
          </p:cNvPr>
          <p:cNvSpPr>
            <a:spLocks noGrp="1"/>
          </p:cNvSpPr>
          <p:nvPr>
            <p:ph type="title"/>
          </p:nvPr>
        </p:nvSpPr>
        <p:spPr/>
        <p:txBody>
          <a:bodyPr/>
          <a:lstStyle/>
          <a:p>
            <a:endParaRPr lang="en-ID"/>
          </a:p>
        </p:txBody>
      </p:sp>
      <p:sp>
        <p:nvSpPr>
          <p:cNvPr id="4" name="Text Placeholder 3">
            <a:extLst>
              <a:ext uri="{FF2B5EF4-FFF2-40B4-BE49-F238E27FC236}">
                <a16:creationId xmlns:a16="http://schemas.microsoft.com/office/drawing/2014/main" id="{6D24C063-303B-18AA-3D05-E91990936B8F}"/>
              </a:ext>
            </a:extLst>
          </p:cNvPr>
          <p:cNvSpPr>
            <a:spLocks noGrp="1"/>
          </p:cNvSpPr>
          <p:nvPr>
            <p:ph type="body" sz="half" idx="2"/>
          </p:nvPr>
        </p:nvSpPr>
        <p:spPr/>
        <p:txBody>
          <a:bodyPr/>
          <a:lstStyle/>
          <a:p>
            <a:r>
              <a:rPr lang="en-US" dirty="0"/>
              <a:t>An hourly analysis of order fulfillment time shows that the </a:t>
            </a:r>
            <a:r>
              <a:rPr lang="en-US" b="1" dirty="0"/>
              <a:t>Drive-Thru</a:t>
            </a:r>
            <a:r>
              <a:rPr lang="en-US" dirty="0"/>
              <a:t> consistently operates more slowly than the </a:t>
            </a:r>
            <a:r>
              <a:rPr lang="en-US" b="1" dirty="0"/>
              <a:t>Mobile App</a:t>
            </a:r>
            <a:r>
              <a:rPr lang="en-US" dirty="0"/>
              <a:t> across the day. The Drive-Thru reaches its highest fulfillment time at </a:t>
            </a:r>
            <a:r>
              <a:rPr lang="en-US" b="1" dirty="0"/>
              <a:t>10:00 PM</a:t>
            </a:r>
            <a:r>
              <a:rPr lang="en-US" dirty="0"/>
              <a:t> (6.06 minutes), while the </a:t>
            </a:r>
            <a:r>
              <a:rPr lang="en-US" b="1" dirty="0"/>
              <a:t>Mobile App</a:t>
            </a:r>
            <a:r>
              <a:rPr lang="en-US" dirty="0"/>
              <a:t> remains relatively stable, peaking at </a:t>
            </a:r>
            <a:r>
              <a:rPr lang="en-US" b="1" dirty="0"/>
              <a:t>4.65 minutes</a:t>
            </a:r>
            <a:r>
              <a:rPr lang="en-US" dirty="0"/>
              <a:t> at </a:t>
            </a:r>
            <a:r>
              <a:rPr lang="en-US" b="1" dirty="0"/>
              <a:t>03:00 AM</a:t>
            </a:r>
            <a:r>
              <a:rPr lang="en-US" dirty="0"/>
              <a:t>. This pattern suggests that </a:t>
            </a:r>
            <a:r>
              <a:rPr lang="en-US" b="1" dirty="0"/>
              <a:t>Mobile Order-Ahead</a:t>
            </a:r>
            <a:r>
              <a:rPr lang="en-US" dirty="0"/>
              <a:t> provides a more efficient fulfillment process, while the </a:t>
            </a:r>
            <a:r>
              <a:rPr lang="en-US" b="1" dirty="0"/>
              <a:t>Drive-Thru</a:t>
            </a:r>
            <a:r>
              <a:rPr lang="en-US" dirty="0"/>
              <a:t> may act as an operational bottleneck during specific time periods.</a:t>
            </a:r>
            <a:endParaRPr lang="en-ID" b="1" dirty="0"/>
          </a:p>
        </p:txBody>
      </p:sp>
      <p:graphicFrame>
        <p:nvGraphicFramePr>
          <p:cNvPr id="7" name="Content Placeholder 5">
            <a:extLst>
              <a:ext uri="{FF2B5EF4-FFF2-40B4-BE49-F238E27FC236}">
                <a16:creationId xmlns:a16="http://schemas.microsoft.com/office/drawing/2014/main" id="{67306FC0-CCB2-6FA8-A8CA-649B4E598CDF}"/>
              </a:ext>
            </a:extLst>
          </p:cNvPr>
          <p:cNvGraphicFramePr>
            <a:graphicFrameLocks noGrp="1"/>
          </p:cNvGraphicFramePr>
          <p:nvPr>
            <p:ph idx="1"/>
            <p:extLst>
              <p:ext uri="{D42A27DB-BD31-4B8C-83A1-F6EECF244321}">
                <p14:modId xmlns:p14="http://schemas.microsoft.com/office/powerpoint/2010/main" val="2968303120"/>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27325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2B00-B280-EEF0-0EB8-790FF57DA87A}"/>
              </a:ext>
            </a:extLst>
          </p:cNvPr>
          <p:cNvSpPr>
            <a:spLocks noGrp="1"/>
          </p:cNvSpPr>
          <p:nvPr>
            <p:ph type="title"/>
          </p:nvPr>
        </p:nvSpPr>
        <p:spPr/>
        <p:txBody>
          <a:bodyPr>
            <a:normAutofit/>
          </a:bodyPr>
          <a:lstStyle/>
          <a:p>
            <a:r>
              <a:rPr lang="en-US" sz="1600" b="1" dirty="0"/>
              <a:t>Loyalty Program Impact Study: Evaluate how "Rewards Member" status correlates with basket size, visit frequency, and overall customer satisfaction.</a:t>
            </a:r>
            <a:endParaRPr lang="en-ID" sz="1600" b="1" dirty="0"/>
          </a:p>
        </p:txBody>
      </p:sp>
      <p:sp>
        <p:nvSpPr>
          <p:cNvPr id="3" name="Text Placeholder 2">
            <a:extLst>
              <a:ext uri="{FF2B5EF4-FFF2-40B4-BE49-F238E27FC236}">
                <a16:creationId xmlns:a16="http://schemas.microsoft.com/office/drawing/2014/main" id="{2C16487F-BBD1-EBD9-C0D7-DCCFF60FDCFB}"/>
              </a:ext>
            </a:extLst>
          </p:cNvPr>
          <p:cNvSpPr>
            <a:spLocks noGrp="1"/>
          </p:cNvSpPr>
          <p:nvPr>
            <p:ph type="body" idx="1"/>
          </p:nvPr>
        </p:nvSpPr>
        <p:spPr/>
        <p:txBody>
          <a:bodyPr>
            <a:normAutofit fontScale="55000" lnSpcReduction="20000"/>
          </a:bodyPr>
          <a:lstStyle/>
          <a:p>
            <a:r>
              <a:rPr lang="en-US" b="0" dirty="0"/>
              <a:t>Rewards Members exhibit higher purchasing behavior, with an average total spend of 15.72 compared to 14.09 among non-members. They also tend to have a larger basket size, averaging 3.87 items per order versus 3.63 for non-member customers, indicating stronger purchasing engagement among loyalty program members.</a:t>
            </a:r>
            <a:endParaRPr lang="en-ID" b="0" dirty="0"/>
          </a:p>
        </p:txBody>
      </p:sp>
      <p:sp>
        <p:nvSpPr>
          <p:cNvPr id="5" name="Text Placeholder 4">
            <a:extLst>
              <a:ext uri="{FF2B5EF4-FFF2-40B4-BE49-F238E27FC236}">
                <a16:creationId xmlns:a16="http://schemas.microsoft.com/office/drawing/2014/main" id="{24AC0D35-908A-8819-B97C-EAF2DB7F4396}"/>
              </a:ext>
            </a:extLst>
          </p:cNvPr>
          <p:cNvSpPr>
            <a:spLocks noGrp="1"/>
          </p:cNvSpPr>
          <p:nvPr>
            <p:ph type="body" sz="quarter" idx="3"/>
          </p:nvPr>
        </p:nvSpPr>
        <p:spPr/>
        <p:txBody>
          <a:bodyPr>
            <a:normAutofit fontScale="55000" lnSpcReduction="20000"/>
          </a:bodyPr>
          <a:lstStyle/>
          <a:p>
            <a:r>
              <a:rPr lang="en-US" b="0" dirty="0"/>
              <a:t>Rewards Members demonstrate slightly higher customer satisfaction, with an average rating of 3.73, compared to 3.65 among non-members, suggesting a positive relationship between loyalty program participation and customer experience.</a:t>
            </a:r>
            <a:endParaRPr lang="en-ID" b="0" dirty="0"/>
          </a:p>
        </p:txBody>
      </p:sp>
      <p:graphicFrame>
        <p:nvGraphicFramePr>
          <p:cNvPr id="11" name="Content Placeholder 14">
            <a:extLst>
              <a:ext uri="{FF2B5EF4-FFF2-40B4-BE49-F238E27FC236}">
                <a16:creationId xmlns:a16="http://schemas.microsoft.com/office/drawing/2014/main" id="{FD826F04-9110-A70A-667B-7F8FF0D3AF70}"/>
              </a:ext>
            </a:extLst>
          </p:cNvPr>
          <p:cNvGraphicFramePr>
            <a:graphicFrameLocks noGrp="1"/>
          </p:cNvGraphicFramePr>
          <p:nvPr>
            <p:ph sz="quarter" idx="4"/>
            <p:extLst>
              <p:ext uri="{D42A27DB-BD31-4B8C-83A1-F6EECF244321}">
                <p14:modId xmlns:p14="http://schemas.microsoft.com/office/powerpoint/2010/main" val="3413154284"/>
              </p:ext>
            </p:extLst>
          </p:nvPr>
        </p:nvGraphicFramePr>
        <p:xfrm>
          <a:off x="6172200" y="2505075"/>
          <a:ext cx="5183188" cy="36845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ontent Placeholder 11">
            <a:extLst>
              <a:ext uri="{FF2B5EF4-FFF2-40B4-BE49-F238E27FC236}">
                <a16:creationId xmlns:a16="http://schemas.microsoft.com/office/drawing/2014/main" id="{D72B61C1-8D9A-F8AA-541B-DBB9D9D0DF98}"/>
              </a:ext>
            </a:extLst>
          </p:cNvPr>
          <p:cNvGraphicFramePr>
            <a:graphicFrameLocks noGrp="1"/>
          </p:cNvGraphicFramePr>
          <p:nvPr>
            <p:ph sz="half" idx="2"/>
            <p:extLst>
              <p:ext uri="{D42A27DB-BD31-4B8C-83A1-F6EECF244321}">
                <p14:modId xmlns:p14="http://schemas.microsoft.com/office/powerpoint/2010/main" val="2606504598"/>
              </p:ext>
            </p:extLst>
          </p:nvPr>
        </p:nvGraphicFramePr>
        <p:xfrm>
          <a:off x="839788" y="2505075"/>
          <a:ext cx="5157787" cy="36845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67788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56868BF-B667-55C0-5062-874F15E5841D}"/>
              </a:ext>
            </a:extLst>
          </p:cNvPr>
          <p:cNvSpPr>
            <a:spLocks noGrp="1"/>
          </p:cNvSpPr>
          <p:nvPr>
            <p:ph type="title"/>
          </p:nvPr>
        </p:nvSpPr>
        <p:spPr/>
        <p:txBody>
          <a:bodyPr/>
          <a:lstStyle/>
          <a:p>
            <a:endParaRPr lang="en-ID"/>
          </a:p>
        </p:txBody>
      </p:sp>
      <p:sp>
        <p:nvSpPr>
          <p:cNvPr id="11" name="Text Placeholder 10">
            <a:extLst>
              <a:ext uri="{FF2B5EF4-FFF2-40B4-BE49-F238E27FC236}">
                <a16:creationId xmlns:a16="http://schemas.microsoft.com/office/drawing/2014/main" id="{D4069D79-E6AC-35C7-E206-A9246909EE52}"/>
              </a:ext>
            </a:extLst>
          </p:cNvPr>
          <p:cNvSpPr>
            <a:spLocks noGrp="1"/>
          </p:cNvSpPr>
          <p:nvPr>
            <p:ph type="body" idx="1"/>
          </p:nvPr>
        </p:nvSpPr>
        <p:spPr/>
        <p:txBody>
          <a:bodyPr>
            <a:normAutofit fontScale="55000" lnSpcReduction="20000"/>
          </a:bodyPr>
          <a:lstStyle/>
          <a:p>
            <a:r>
              <a:rPr lang="en-US" b="0" dirty="0"/>
              <a:t>Overall, Rewards Members show stronger performance than non-members, with a larger average cart size (3.87), higher average spending (15.72), and slightly higher customer satisfaction (3.73).</a:t>
            </a:r>
            <a:endParaRPr lang="en-ID" b="0" dirty="0"/>
          </a:p>
        </p:txBody>
      </p:sp>
      <p:sp>
        <p:nvSpPr>
          <p:cNvPr id="12" name="Content Placeholder 11">
            <a:extLst>
              <a:ext uri="{FF2B5EF4-FFF2-40B4-BE49-F238E27FC236}">
                <a16:creationId xmlns:a16="http://schemas.microsoft.com/office/drawing/2014/main" id="{16F6CD63-D39E-5BB8-4A78-312C42105769}"/>
              </a:ext>
            </a:extLst>
          </p:cNvPr>
          <p:cNvSpPr>
            <a:spLocks noGrp="1"/>
          </p:cNvSpPr>
          <p:nvPr>
            <p:ph sz="half" idx="2"/>
          </p:nvPr>
        </p:nvSpPr>
        <p:spPr/>
        <p:txBody>
          <a:bodyPr/>
          <a:lstStyle/>
          <a:p>
            <a:endParaRPr lang="en-ID"/>
          </a:p>
        </p:txBody>
      </p:sp>
      <p:sp>
        <p:nvSpPr>
          <p:cNvPr id="13" name="Text Placeholder 12">
            <a:extLst>
              <a:ext uri="{FF2B5EF4-FFF2-40B4-BE49-F238E27FC236}">
                <a16:creationId xmlns:a16="http://schemas.microsoft.com/office/drawing/2014/main" id="{7048F58A-BF52-BC46-01F1-8FCAE27E705F}"/>
              </a:ext>
            </a:extLst>
          </p:cNvPr>
          <p:cNvSpPr>
            <a:spLocks noGrp="1"/>
          </p:cNvSpPr>
          <p:nvPr>
            <p:ph type="body" sz="quarter" idx="3"/>
          </p:nvPr>
        </p:nvSpPr>
        <p:spPr/>
        <p:txBody>
          <a:bodyPr>
            <a:normAutofit fontScale="55000" lnSpcReduction="20000"/>
          </a:bodyPr>
          <a:lstStyle/>
          <a:p>
            <a:r>
              <a:rPr lang="en-US" b="0" dirty="0"/>
              <a:t>Cart Size and Order Frequency exhibit a very strong positive correlation (0.90), suggesting that customers who purchase more items per order also tend to order more frequently. In contrast, Customer Satisfaction shows almost no correlation with purchasing behavior, with correlation values of 0.0001 and −0.015.</a:t>
            </a:r>
            <a:endParaRPr lang="en-ID" b="0" dirty="0"/>
          </a:p>
        </p:txBody>
      </p:sp>
      <p:sp>
        <p:nvSpPr>
          <p:cNvPr id="14" name="Content Placeholder 13">
            <a:extLst>
              <a:ext uri="{FF2B5EF4-FFF2-40B4-BE49-F238E27FC236}">
                <a16:creationId xmlns:a16="http://schemas.microsoft.com/office/drawing/2014/main" id="{00615154-D04F-5804-26E2-8D6CEE749887}"/>
              </a:ext>
            </a:extLst>
          </p:cNvPr>
          <p:cNvSpPr>
            <a:spLocks noGrp="1"/>
          </p:cNvSpPr>
          <p:nvPr>
            <p:ph sz="quarter" idx="4"/>
          </p:nvPr>
        </p:nvSpPr>
        <p:spPr/>
        <p:txBody>
          <a:bodyPr/>
          <a:lstStyle/>
          <a:p>
            <a:endParaRPr lang="en-ID"/>
          </a:p>
        </p:txBody>
      </p:sp>
      <p:graphicFrame>
        <p:nvGraphicFramePr>
          <p:cNvPr id="24" name="Table 23">
            <a:extLst>
              <a:ext uri="{FF2B5EF4-FFF2-40B4-BE49-F238E27FC236}">
                <a16:creationId xmlns:a16="http://schemas.microsoft.com/office/drawing/2014/main" id="{AD15A3FE-432A-A2AC-BD19-C1C6182993C8}"/>
              </a:ext>
            </a:extLst>
          </p:cNvPr>
          <p:cNvGraphicFramePr>
            <a:graphicFrameLocks noGrp="1"/>
          </p:cNvGraphicFramePr>
          <p:nvPr>
            <p:extLst>
              <p:ext uri="{D42A27DB-BD31-4B8C-83A1-F6EECF244321}">
                <p14:modId xmlns:p14="http://schemas.microsoft.com/office/powerpoint/2010/main" val="1290922215"/>
              </p:ext>
            </p:extLst>
          </p:nvPr>
        </p:nvGraphicFramePr>
        <p:xfrm>
          <a:off x="6700043" y="3787138"/>
          <a:ext cx="4127501" cy="771525"/>
        </p:xfrm>
        <a:graphic>
          <a:graphicData uri="http://schemas.openxmlformats.org/drawingml/2006/table">
            <a:tbl>
              <a:tblPr>
                <a:tableStyleId>{9D7B26C5-4107-4FEC-AEDC-1716B250A1EF}</a:tableStyleId>
              </a:tblPr>
              <a:tblGrid>
                <a:gridCol w="1256334">
                  <a:extLst>
                    <a:ext uri="{9D8B030D-6E8A-4147-A177-3AD203B41FA5}">
                      <a16:colId xmlns:a16="http://schemas.microsoft.com/office/drawing/2014/main" val="2682247679"/>
                    </a:ext>
                  </a:extLst>
                </a:gridCol>
                <a:gridCol w="799485">
                  <a:extLst>
                    <a:ext uri="{9D8B030D-6E8A-4147-A177-3AD203B41FA5}">
                      <a16:colId xmlns:a16="http://schemas.microsoft.com/office/drawing/2014/main" val="3267645543"/>
                    </a:ext>
                  </a:extLst>
                </a:gridCol>
                <a:gridCol w="786795">
                  <a:extLst>
                    <a:ext uri="{9D8B030D-6E8A-4147-A177-3AD203B41FA5}">
                      <a16:colId xmlns:a16="http://schemas.microsoft.com/office/drawing/2014/main" val="4060592764"/>
                    </a:ext>
                  </a:extLst>
                </a:gridCol>
                <a:gridCol w="1284887">
                  <a:extLst>
                    <a:ext uri="{9D8B030D-6E8A-4147-A177-3AD203B41FA5}">
                      <a16:colId xmlns:a16="http://schemas.microsoft.com/office/drawing/2014/main" val="950151627"/>
                    </a:ext>
                  </a:extLst>
                </a:gridCol>
              </a:tblGrid>
              <a:tr h="190500">
                <a:tc>
                  <a:txBody>
                    <a:bodyPr/>
                    <a:lstStyle/>
                    <a:p>
                      <a:pPr algn="ctr" fontAlgn="b">
                        <a:buNone/>
                      </a:pPr>
                      <a:r>
                        <a:rPr lang="en-ID" sz="1100" u="none" strike="noStrike" dirty="0">
                          <a:effectLst/>
                        </a:rPr>
                        <a:t> </a:t>
                      </a:r>
                      <a:endParaRPr lang="en-ID" sz="1100" b="0" i="1"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ID" sz="1100" u="none" strike="noStrike" dirty="0">
                          <a:effectLst/>
                        </a:rPr>
                        <a:t>Cart Size</a:t>
                      </a:r>
                      <a:endParaRPr lang="en-ID" sz="1100" b="0" i="1"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ID" sz="1100" u="none" strike="noStrike" dirty="0">
                          <a:effectLst/>
                        </a:rPr>
                        <a:t>Freq. Order</a:t>
                      </a:r>
                      <a:endParaRPr lang="en-ID" sz="1100" b="0" i="1"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ID" sz="1100" u="none" strike="noStrike" dirty="0">
                          <a:effectLst/>
                        </a:rPr>
                        <a:t>Customer Satisfying</a:t>
                      </a:r>
                      <a:endParaRPr lang="en-ID" sz="1100" b="0" i="1"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739916"/>
                  </a:ext>
                </a:extLst>
              </a:tr>
              <a:tr h="190500">
                <a:tc>
                  <a:txBody>
                    <a:bodyPr/>
                    <a:lstStyle/>
                    <a:p>
                      <a:pPr algn="l" fontAlgn="b">
                        <a:buNone/>
                      </a:pPr>
                      <a:r>
                        <a:rPr lang="en-ID" sz="1100" u="none" strike="noStrike" dirty="0">
                          <a:effectLst/>
                        </a:rPr>
                        <a:t>Cart Size</a:t>
                      </a:r>
                      <a:endParaRPr lang="en-ID" sz="11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ID" sz="1100" u="none" strike="noStrike">
                          <a:effectLst/>
                        </a:rPr>
                        <a:t>1</a:t>
                      </a:r>
                      <a:endParaRPr lang="en-ID" sz="11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77722001"/>
                  </a:ext>
                </a:extLst>
              </a:tr>
              <a:tr h="190500">
                <a:tc>
                  <a:txBody>
                    <a:bodyPr/>
                    <a:lstStyle/>
                    <a:p>
                      <a:pPr algn="l" fontAlgn="b">
                        <a:buNone/>
                      </a:pPr>
                      <a:r>
                        <a:rPr lang="en-ID" sz="1100" u="none" strike="noStrike" dirty="0">
                          <a:effectLst/>
                        </a:rPr>
                        <a:t>Freq. Order</a:t>
                      </a:r>
                      <a:endParaRPr lang="en-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0.902183415</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1</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79733387"/>
                  </a:ext>
                </a:extLst>
              </a:tr>
              <a:tr h="200025">
                <a:tc>
                  <a:txBody>
                    <a:bodyPr/>
                    <a:lstStyle/>
                    <a:p>
                      <a:pPr algn="l" fontAlgn="b">
                        <a:buNone/>
                      </a:pPr>
                      <a:r>
                        <a:rPr lang="en-ID" sz="1100" u="none" strike="noStrike" dirty="0">
                          <a:effectLst/>
                        </a:rPr>
                        <a:t>Customer Satisfying</a:t>
                      </a:r>
                      <a:endParaRPr lang="en-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0.000115679</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a:effectLst/>
                        </a:rPr>
                        <a:t>-0.01523104</a:t>
                      </a:r>
                      <a:endParaRPr lang="en-ID"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u="none" strike="noStrike" dirty="0">
                          <a:effectLst/>
                        </a:rPr>
                        <a:t>1</a:t>
                      </a:r>
                      <a:endParaRPr lang="en-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31339864"/>
                  </a:ext>
                </a:extLst>
              </a:tr>
            </a:tbl>
          </a:graphicData>
        </a:graphic>
      </p:graphicFrame>
      <p:graphicFrame>
        <p:nvGraphicFramePr>
          <p:cNvPr id="21" name="Table 20">
            <a:extLst>
              <a:ext uri="{FF2B5EF4-FFF2-40B4-BE49-F238E27FC236}">
                <a16:creationId xmlns:a16="http://schemas.microsoft.com/office/drawing/2014/main" id="{A0D420A1-8A1B-FF5F-4285-0799956B7A39}"/>
              </a:ext>
            </a:extLst>
          </p:cNvPr>
          <p:cNvGraphicFramePr>
            <a:graphicFrameLocks noGrp="1"/>
          </p:cNvGraphicFramePr>
          <p:nvPr>
            <p:extLst>
              <p:ext uri="{D42A27DB-BD31-4B8C-83A1-F6EECF244321}">
                <p14:modId xmlns:p14="http://schemas.microsoft.com/office/powerpoint/2010/main" val="796924140"/>
              </p:ext>
            </p:extLst>
          </p:nvPr>
        </p:nvGraphicFramePr>
        <p:xfrm>
          <a:off x="567531" y="3832858"/>
          <a:ext cx="5702300" cy="725805"/>
        </p:xfrm>
        <a:graphic>
          <a:graphicData uri="http://schemas.openxmlformats.org/drawingml/2006/table">
            <a:tbl>
              <a:tblPr>
                <a:tableStyleId>{9D7B26C5-4107-4FEC-AEDC-1716B250A1EF}</a:tableStyleId>
              </a:tblPr>
              <a:tblGrid>
                <a:gridCol w="876300">
                  <a:extLst>
                    <a:ext uri="{9D8B030D-6E8A-4147-A177-3AD203B41FA5}">
                      <a16:colId xmlns:a16="http://schemas.microsoft.com/office/drawing/2014/main" val="3851761139"/>
                    </a:ext>
                  </a:extLst>
                </a:gridCol>
                <a:gridCol w="1270000">
                  <a:extLst>
                    <a:ext uri="{9D8B030D-6E8A-4147-A177-3AD203B41FA5}">
                      <a16:colId xmlns:a16="http://schemas.microsoft.com/office/drawing/2014/main" val="3134914171"/>
                    </a:ext>
                  </a:extLst>
                </a:gridCol>
                <a:gridCol w="1473200">
                  <a:extLst>
                    <a:ext uri="{9D8B030D-6E8A-4147-A177-3AD203B41FA5}">
                      <a16:colId xmlns:a16="http://schemas.microsoft.com/office/drawing/2014/main" val="256915095"/>
                    </a:ext>
                  </a:extLst>
                </a:gridCol>
                <a:gridCol w="2082800">
                  <a:extLst>
                    <a:ext uri="{9D8B030D-6E8A-4147-A177-3AD203B41FA5}">
                      <a16:colId xmlns:a16="http://schemas.microsoft.com/office/drawing/2014/main" val="3726596556"/>
                    </a:ext>
                  </a:extLst>
                </a:gridCol>
              </a:tblGrid>
              <a:tr h="190500">
                <a:tc>
                  <a:txBody>
                    <a:bodyPr/>
                    <a:lstStyle/>
                    <a:p>
                      <a:pPr algn="l" fontAlgn="b">
                        <a:buNone/>
                      </a:pPr>
                      <a:r>
                        <a:rPr lang="en-US" sz="1100" b="1" u="none" strike="noStrike" dirty="0">
                          <a:solidFill>
                            <a:srgbClr val="000000"/>
                          </a:solidFill>
                          <a:effectLst/>
                        </a:rPr>
                        <a:t>M</a:t>
                      </a:r>
                      <a:r>
                        <a:rPr lang="en-ID" sz="1100" b="1" u="none" strike="noStrike" dirty="0">
                          <a:solidFill>
                            <a:srgbClr val="000000"/>
                          </a:solidFill>
                          <a:effectLst/>
                        </a:rPr>
                        <a:t>ember Status</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buNone/>
                      </a:pPr>
                      <a:r>
                        <a:rPr lang="en-ID" sz="1100" b="1" u="none" strike="noStrike" dirty="0">
                          <a:effectLst/>
                        </a:rPr>
                        <a:t>Avg. Basket Size</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buNone/>
                      </a:pPr>
                      <a:r>
                        <a:rPr lang="en-ID" sz="1100" b="1" u="none" strike="noStrike" dirty="0">
                          <a:effectLst/>
                        </a:rPr>
                        <a:t>Avg. of spend</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buNone/>
                      </a:pPr>
                      <a:r>
                        <a:rPr lang="en-ID" sz="1100" b="1" u="none" strike="noStrike" dirty="0">
                          <a:effectLst/>
                        </a:rPr>
                        <a:t>Avg. of Customer Satisfying</a:t>
                      </a:r>
                      <a:endParaRPr lang="en-ID" sz="1100" b="1"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5064125"/>
                  </a:ext>
                </a:extLst>
              </a:tr>
              <a:tr h="190500">
                <a:tc>
                  <a:txBody>
                    <a:bodyPr/>
                    <a:lstStyle/>
                    <a:p>
                      <a:pPr algn="l" fontAlgn="b">
                        <a:buNone/>
                      </a:pPr>
                      <a:r>
                        <a:rPr lang="en-ID" sz="1100" u="none" strike="noStrike" dirty="0">
                          <a:effectLst/>
                        </a:rPr>
                        <a:t>No</a:t>
                      </a:r>
                      <a:endParaRPr lang="en-ID" sz="11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ID" sz="1100" u="none" strike="noStrike" dirty="0">
                          <a:effectLst/>
                        </a:rPr>
                        <a:t>3.63</a:t>
                      </a:r>
                      <a:endParaRPr lang="en-ID" sz="11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ID" sz="1100" u="none" strike="noStrike">
                          <a:effectLst/>
                        </a:rPr>
                        <a:t>14.09</a:t>
                      </a:r>
                      <a:endParaRPr lang="en-ID" sz="11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ID" sz="1100" u="none" strike="noStrike" dirty="0">
                          <a:effectLst/>
                        </a:rPr>
                        <a:t>3.65</a:t>
                      </a:r>
                      <a:endParaRPr lang="en-ID" sz="11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491315"/>
                  </a:ext>
                </a:extLst>
              </a:tr>
              <a:tr h="190500">
                <a:tc>
                  <a:txBody>
                    <a:bodyPr/>
                    <a:lstStyle/>
                    <a:p>
                      <a:pPr algn="l" fontAlgn="b">
                        <a:buNone/>
                      </a:pPr>
                      <a:r>
                        <a:rPr lang="en-US" sz="1100" b="1" u="none" strike="noStrike" dirty="0">
                          <a:solidFill>
                            <a:srgbClr val="000000"/>
                          </a:solidFill>
                          <a:effectLst/>
                        </a:rPr>
                        <a:t>Y</a:t>
                      </a:r>
                      <a:r>
                        <a:rPr lang="en-ID" sz="1100" b="1" u="none" strike="noStrike" dirty="0">
                          <a:solidFill>
                            <a:srgbClr val="000000"/>
                          </a:solidFill>
                          <a:effectLst/>
                        </a:rPr>
                        <a:t>es</a:t>
                      </a:r>
                      <a:endParaRPr lang="en-ID"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b="1" u="none" strike="noStrike" dirty="0">
                          <a:effectLst/>
                        </a:rPr>
                        <a:t>3.87</a:t>
                      </a:r>
                      <a:endParaRPr lang="en-ID"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b="1" u="none" strike="noStrike" dirty="0">
                          <a:effectLst/>
                        </a:rPr>
                        <a:t>15.72</a:t>
                      </a:r>
                      <a:endParaRPr lang="en-ID"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D" sz="1100" b="1" u="none" strike="noStrike" dirty="0">
                          <a:effectLst/>
                        </a:rPr>
                        <a:t>3.73</a:t>
                      </a:r>
                      <a:endParaRPr lang="en-ID"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29897554"/>
                  </a:ext>
                </a:extLst>
              </a:tr>
            </a:tbl>
          </a:graphicData>
        </a:graphic>
      </p:graphicFrame>
    </p:spTree>
    <p:extLst>
      <p:ext uri="{BB962C8B-B14F-4D97-AF65-F5344CB8AC3E}">
        <p14:creationId xmlns:p14="http://schemas.microsoft.com/office/powerpoint/2010/main" val="271375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C7F58-027F-89FB-48F6-9D361612FA87}"/>
              </a:ext>
            </a:extLst>
          </p:cNvPr>
          <p:cNvSpPr>
            <a:spLocks noGrp="1"/>
          </p:cNvSpPr>
          <p:nvPr>
            <p:ph type="title"/>
          </p:nvPr>
        </p:nvSpPr>
        <p:spPr/>
        <p:txBody>
          <a:bodyPr>
            <a:normAutofit/>
          </a:bodyPr>
          <a:lstStyle/>
          <a:p>
            <a:r>
              <a:rPr lang="en-US" sz="1600" b="1" dirty="0"/>
              <a:t>Menu Optimization: Correlate specific </a:t>
            </a:r>
            <a:r>
              <a:rPr lang="en-US" sz="1600" b="1" dirty="0" err="1"/>
              <a:t>drink_categories</a:t>
            </a:r>
            <a:r>
              <a:rPr lang="en-US" sz="1600" b="1" dirty="0"/>
              <a:t> with customization trends to suggest where "Mobile-Only" menu features might drive the most revenue.</a:t>
            </a:r>
            <a:endParaRPr lang="en-ID" sz="1600" b="1" dirty="0"/>
          </a:p>
        </p:txBody>
      </p:sp>
      <p:sp>
        <p:nvSpPr>
          <p:cNvPr id="6" name="Text Placeholder 5">
            <a:extLst>
              <a:ext uri="{FF2B5EF4-FFF2-40B4-BE49-F238E27FC236}">
                <a16:creationId xmlns:a16="http://schemas.microsoft.com/office/drawing/2014/main" id="{907D1A7F-2359-74BF-7BD2-64D47523DEC8}"/>
              </a:ext>
            </a:extLst>
          </p:cNvPr>
          <p:cNvSpPr>
            <a:spLocks noGrp="1"/>
          </p:cNvSpPr>
          <p:nvPr>
            <p:ph type="body" idx="1"/>
          </p:nvPr>
        </p:nvSpPr>
        <p:spPr/>
        <p:txBody>
          <a:bodyPr>
            <a:normAutofit fontScale="47500" lnSpcReduction="20000"/>
          </a:bodyPr>
          <a:lstStyle/>
          <a:p>
            <a:r>
              <a:rPr lang="en-US" b="0" dirty="0"/>
              <a:t>The Refresher category generates the highest total revenue (129,529.12), followed by Tea (128,842.49) and Frappuccino (128,744.14). In contrast, the Other category records the lowest revenue (126,800.51). This suggests that Refresher is the beverage category with the largest contribution to overall revenue.</a:t>
            </a:r>
            <a:endParaRPr lang="en-ID" b="0" dirty="0"/>
          </a:p>
        </p:txBody>
      </p:sp>
      <p:sp>
        <p:nvSpPr>
          <p:cNvPr id="8" name="Text Placeholder 7">
            <a:extLst>
              <a:ext uri="{FF2B5EF4-FFF2-40B4-BE49-F238E27FC236}">
                <a16:creationId xmlns:a16="http://schemas.microsoft.com/office/drawing/2014/main" id="{661A52C5-D3B2-4A60-78C7-13B56DE8DB79}"/>
              </a:ext>
            </a:extLst>
          </p:cNvPr>
          <p:cNvSpPr>
            <a:spLocks noGrp="1"/>
          </p:cNvSpPr>
          <p:nvPr>
            <p:ph type="body" sz="quarter" idx="3"/>
          </p:nvPr>
        </p:nvSpPr>
        <p:spPr/>
        <p:txBody>
          <a:bodyPr>
            <a:normAutofit fontScale="47500" lnSpcReduction="20000"/>
          </a:bodyPr>
          <a:lstStyle/>
          <a:p>
            <a:r>
              <a:rPr lang="en-US" b="0" dirty="0"/>
              <a:t>The average number of drink customizations remains relatively consistent across all beverage categories, ranging from 2.46 to 2.51. Tea, Other, and Espresso show the highest average customization levels (2.51), while Frappuccino records the lowest (2.46). This suggests that customer customization behavior is generally consistent regardless of beverage type.</a:t>
            </a:r>
            <a:endParaRPr lang="en-ID" b="0" dirty="0"/>
          </a:p>
        </p:txBody>
      </p:sp>
      <p:graphicFrame>
        <p:nvGraphicFramePr>
          <p:cNvPr id="18" name="Content Placeholder 9">
            <a:extLst>
              <a:ext uri="{FF2B5EF4-FFF2-40B4-BE49-F238E27FC236}">
                <a16:creationId xmlns:a16="http://schemas.microsoft.com/office/drawing/2014/main" id="{4C7A3366-4BC1-4AE9-B921-EE76A1DB1EA5}"/>
              </a:ext>
            </a:extLst>
          </p:cNvPr>
          <p:cNvGraphicFramePr>
            <a:graphicFrameLocks noGrp="1"/>
          </p:cNvGraphicFramePr>
          <p:nvPr>
            <p:ph sz="half" idx="2"/>
            <p:extLst>
              <p:ext uri="{D42A27DB-BD31-4B8C-83A1-F6EECF244321}">
                <p14:modId xmlns:p14="http://schemas.microsoft.com/office/powerpoint/2010/main" val="2057903069"/>
              </p:ext>
            </p:extLst>
          </p:nvPr>
        </p:nvGraphicFramePr>
        <p:xfrm>
          <a:off x="839788" y="2505075"/>
          <a:ext cx="5157787" cy="36845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Content Placeholder 10">
            <a:extLst>
              <a:ext uri="{FF2B5EF4-FFF2-40B4-BE49-F238E27FC236}">
                <a16:creationId xmlns:a16="http://schemas.microsoft.com/office/drawing/2014/main" id="{A391DBBA-8025-19B7-89A7-5C37EDEFAED4}"/>
              </a:ext>
            </a:extLst>
          </p:cNvPr>
          <p:cNvGraphicFramePr>
            <a:graphicFrameLocks noGrp="1"/>
          </p:cNvGraphicFramePr>
          <p:nvPr>
            <p:ph sz="quarter" idx="4"/>
            <p:extLst>
              <p:ext uri="{D42A27DB-BD31-4B8C-83A1-F6EECF244321}">
                <p14:modId xmlns:p14="http://schemas.microsoft.com/office/powerpoint/2010/main" val="1948745868"/>
              </p:ext>
            </p:extLst>
          </p:nvPr>
        </p:nvGraphicFramePr>
        <p:xfrm>
          <a:off x="6172200" y="2505075"/>
          <a:ext cx="5183188" cy="36845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9810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E7FE706-6A4A-EA67-FD97-588046C5A3DF}"/>
              </a:ext>
            </a:extLst>
          </p:cNvPr>
          <p:cNvSpPr>
            <a:spLocks noGrp="1"/>
          </p:cNvSpPr>
          <p:nvPr>
            <p:ph type="title"/>
          </p:nvPr>
        </p:nvSpPr>
        <p:spPr/>
        <p:txBody>
          <a:bodyPr/>
          <a:lstStyle/>
          <a:p>
            <a:r>
              <a:rPr lang="en-US" b="1" dirty="0"/>
              <a:t>Recommendations &amp; Actions</a:t>
            </a:r>
            <a:endParaRPr lang="en-ID" b="1" dirty="0"/>
          </a:p>
        </p:txBody>
      </p:sp>
      <p:sp>
        <p:nvSpPr>
          <p:cNvPr id="8" name="Content Placeholder 7">
            <a:extLst>
              <a:ext uri="{FF2B5EF4-FFF2-40B4-BE49-F238E27FC236}">
                <a16:creationId xmlns:a16="http://schemas.microsoft.com/office/drawing/2014/main" id="{B614BE18-8333-377B-4D9A-FAD1EC9D77DF}"/>
              </a:ext>
            </a:extLst>
          </p:cNvPr>
          <p:cNvSpPr>
            <a:spLocks noGrp="1"/>
          </p:cNvSpPr>
          <p:nvPr>
            <p:ph idx="1"/>
          </p:nvPr>
        </p:nvSpPr>
        <p:spPr/>
        <p:txBody>
          <a:bodyPr>
            <a:normAutofit fontScale="62500" lnSpcReduction="20000"/>
          </a:bodyPr>
          <a:lstStyle/>
          <a:p>
            <a:pPr marL="0" indent="0">
              <a:buNone/>
            </a:pPr>
            <a:r>
              <a:rPr lang="en-US" b="1" dirty="0"/>
              <a:t>Mobile Ordering, Customization, and Loyalty Programs Are Key Drivers to Increase Revenue and Operational Efficiency</a:t>
            </a:r>
          </a:p>
          <a:p>
            <a:pPr marL="0" indent="0">
              <a:buNone/>
            </a:pPr>
            <a:r>
              <a:rPr lang="en-US" b="1" dirty="0"/>
              <a:t>1. Expand Mobile Order-Ahead Adoption</a:t>
            </a:r>
            <a:br>
              <a:rPr lang="en-US" dirty="0"/>
            </a:br>
            <a:r>
              <a:rPr lang="en-US" dirty="0"/>
              <a:t>Mobile orders show </a:t>
            </a:r>
            <a:r>
              <a:rPr lang="en-US" b="1" dirty="0"/>
              <a:t>faster fulfillment times (~4.5 min vs ~5.8 min Drive-Thru)</a:t>
            </a:r>
            <a:r>
              <a:rPr lang="en-US" dirty="0"/>
              <a:t>.</a:t>
            </a:r>
            <a:br>
              <a:rPr lang="en-US" dirty="0"/>
            </a:br>
            <a:r>
              <a:rPr lang="en-US" b="1" dirty="0"/>
              <a:t>Action:</a:t>
            </a:r>
            <a:r>
              <a:rPr lang="en-US" dirty="0"/>
              <a:t> Promote mobile-exclusive deals and push notifications during morning rush hours.</a:t>
            </a:r>
          </a:p>
          <a:p>
            <a:pPr marL="0" indent="0">
              <a:buNone/>
            </a:pPr>
            <a:r>
              <a:rPr lang="en-US" b="1" dirty="0"/>
              <a:t>2. Increase Revenue Through Drink Customization</a:t>
            </a:r>
            <a:br>
              <a:rPr lang="en-US" dirty="0"/>
            </a:br>
            <a:r>
              <a:rPr lang="en-US" dirty="0" err="1"/>
              <a:t>Customization</a:t>
            </a:r>
            <a:r>
              <a:rPr lang="en-US" dirty="0"/>
              <a:t> has the </a:t>
            </a:r>
            <a:r>
              <a:rPr lang="en-US" b="1" dirty="0"/>
              <a:t>strongest impact on total spending</a:t>
            </a:r>
            <a:r>
              <a:rPr lang="en-US" dirty="0"/>
              <a:t> in the regression analysis.</a:t>
            </a:r>
            <a:br>
              <a:rPr lang="en-US" dirty="0"/>
            </a:br>
            <a:r>
              <a:rPr lang="en-US" b="1" dirty="0"/>
              <a:t>Action:</a:t>
            </a:r>
            <a:r>
              <a:rPr lang="en-US" dirty="0"/>
              <a:t> Introduce recommended add-ons and preset customization options in the app.</a:t>
            </a:r>
          </a:p>
          <a:p>
            <a:pPr marL="0" indent="0">
              <a:buNone/>
            </a:pPr>
            <a:r>
              <a:rPr lang="en-US" b="1" dirty="0"/>
              <a:t>3. Prioritize High-Revenue Drink Categories</a:t>
            </a:r>
            <a:br>
              <a:rPr lang="en-US" dirty="0"/>
            </a:br>
            <a:r>
              <a:rPr lang="en-US" b="1" dirty="0"/>
              <a:t>Refresher, Tea, and Frappuccino</a:t>
            </a:r>
            <a:r>
              <a:rPr lang="en-US" dirty="0"/>
              <a:t> generate the highest total revenue.</a:t>
            </a:r>
            <a:br>
              <a:rPr lang="en-US" dirty="0"/>
            </a:br>
            <a:r>
              <a:rPr lang="en-US" b="1" dirty="0"/>
              <a:t>Action:</a:t>
            </a:r>
            <a:r>
              <a:rPr lang="en-US" dirty="0"/>
              <a:t> Highlight these drinks in the mobile app and launch seasonal promotions.</a:t>
            </a:r>
          </a:p>
          <a:p>
            <a:pPr marL="0" indent="0">
              <a:buNone/>
            </a:pPr>
            <a:r>
              <a:rPr lang="en-US" b="1" dirty="0"/>
              <a:t>4. Strengthen Loyalty Program Engagement</a:t>
            </a:r>
            <a:br>
              <a:rPr lang="en-US" dirty="0"/>
            </a:br>
            <a:r>
              <a:rPr lang="en-US" dirty="0"/>
              <a:t>Rewards members show </a:t>
            </a:r>
            <a:r>
              <a:rPr lang="en-US" b="1" dirty="0"/>
              <a:t>higher spending, larger cart size, and higher satisfaction</a:t>
            </a:r>
            <a:r>
              <a:rPr lang="en-US" dirty="0"/>
              <a:t>.</a:t>
            </a:r>
            <a:br>
              <a:rPr lang="en-US" dirty="0"/>
            </a:br>
            <a:r>
              <a:rPr lang="en-US" b="1" dirty="0"/>
              <a:t>Action:</a:t>
            </a:r>
            <a:r>
              <a:rPr lang="en-US" dirty="0"/>
              <a:t> Offer bonus points and incentives to encourage more customers to join the rewards program.</a:t>
            </a:r>
          </a:p>
          <a:p>
            <a:pPr marL="0" indent="0">
              <a:buNone/>
            </a:pPr>
            <a:r>
              <a:rPr lang="en-US" b="1" dirty="0"/>
              <a:t>5. Focus on Key Customer Segments</a:t>
            </a:r>
            <a:br>
              <a:rPr lang="en-US" dirty="0"/>
            </a:br>
            <a:r>
              <a:rPr lang="en-US" b="1" dirty="0"/>
              <a:t>Morning Commuters</a:t>
            </a:r>
            <a:r>
              <a:rPr lang="en-US" dirty="0"/>
              <a:t> and </a:t>
            </a:r>
            <a:r>
              <a:rPr lang="en-US" b="1" dirty="0"/>
              <a:t>Coffee Enthusiasts</a:t>
            </a:r>
            <a:r>
              <a:rPr lang="en-US" dirty="0"/>
              <a:t> represent the most valuable customer segments.</a:t>
            </a:r>
            <a:br>
              <a:rPr lang="en-US" dirty="0"/>
            </a:br>
            <a:r>
              <a:rPr lang="en-US" b="1" dirty="0"/>
              <a:t>Action:</a:t>
            </a:r>
            <a:r>
              <a:rPr lang="en-US" dirty="0"/>
              <a:t> Provide quick breakfast bundles for commuters and premium drink promotions for </a:t>
            </a:r>
            <a:r>
              <a:rPr lang="en-US"/>
              <a:t>enthusiasts.</a:t>
            </a:r>
            <a:endParaRPr lang="en-ID" dirty="0"/>
          </a:p>
        </p:txBody>
      </p:sp>
    </p:spTree>
    <p:extLst>
      <p:ext uri="{BB962C8B-B14F-4D97-AF65-F5344CB8AC3E}">
        <p14:creationId xmlns:p14="http://schemas.microsoft.com/office/powerpoint/2010/main" val="1293031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2019</TotalTime>
  <Words>1791</Words>
  <Application>Microsoft Office PowerPoint</Application>
  <PresentationFormat>Widescreen</PresentationFormat>
  <Paragraphs>210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Starbucks Customer Ordering Patterns</vt:lpstr>
      <vt:lpstr>Overview</vt:lpstr>
      <vt:lpstr>1. Channel Migration Analysis: Quantify the shift from physical to digital ordering and identify which customer segments (by age or location) are lagging in mobile adoption.</vt:lpstr>
      <vt:lpstr>PowerPoint Presentation</vt:lpstr>
      <vt:lpstr>PowerPoint Presentation</vt:lpstr>
      <vt:lpstr>2. Customer Segmentation (Persona Building): Use K-Means clustering or RFM (Recency, Frequency, Monetary) analysis to identify high-value "Coffee Enthusiasts" vs. "Morning Commuters."</vt:lpstr>
      <vt:lpstr>Score of Recency, Frequency, and Monetery (RFM)</vt:lpstr>
      <vt:lpstr>Predictive Revenue Modeling: Build regression models to predict total_spend based on time of day, store location type, and customization counts.</vt:lpstr>
      <vt:lpstr>Operations &amp; Bottleneck Identification: Analyze fulfillment_time_min to find operational inefficiencies between Drive-Thru and Mobile Order-Ahead during peak morning rushes. </vt:lpstr>
      <vt:lpstr>PowerPoint Presentation</vt:lpstr>
      <vt:lpstr>Loyalty Program Impact Study: Evaluate how "Rewards Member" status correlates with basket size, visit frequency, and overall customer satisfaction.</vt:lpstr>
      <vt:lpstr>PowerPoint Presentation</vt:lpstr>
      <vt:lpstr>Menu Optimization: Correlate specific drink_categories with customization trends to suggest where "Mobile-Only" menu features might drive the most revenue.</vt:lpstr>
      <vt:lpstr>Recommendations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Muchammad Wildan Alkautsar</dc:creator>
  <cp:lastModifiedBy>Muchammad Wildan Alkautsar</cp:lastModifiedBy>
  <cp:revision>1</cp:revision>
  <dcterms:created xsi:type="dcterms:W3CDTF">2026-03-08T08:19:11Z</dcterms:created>
  <dcterms:modified xsi:type="dcterms:W3CDTF">2026-03-12T09:20:09Z</dcterms:modified>
</cp:coreProperties>
</file>